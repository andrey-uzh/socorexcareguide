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5"/>
  </p:notesMasterIdLst>
  <p:handoutMasterIdLst>
    <p:handoutMasterId r:id="rId16"/>
  </p:handoutMasterIdLst>
  <p:sldIdLst>
    <p:sldId id="346" r:id="rId5"/>
    <p:sldId id="335" r:id="rId6"/>
    <p:sldId id="525" r:id="rId7"/>
    <p:sldId id="515" r:id="rId8"/>
    <p:sldId id="524" r:id="rId9"/>
    <p:sldId id="518" r:id="rId10"/>
    <p:sldId id="522" r:id="rId11"/>
    <p:sldId id="519" r:id="rId12"/>
    <p:sldId id="523" r:id="rId13"/>
    <p:sldId id="526" r:id="rId14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98000"/>
      </a:lnSpc>
      <a:spcBef>
        <a:spcPts val="0"/>
      </a:spcBef>
      <a:buFont typeface="+mj-lt"/>
      <a:buNone/>
      <a:defRPr sz="1600" kern="1200" spc="-10" baseline="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2pPr>
    <a:lvl3pPr marL="360363" indent="-185738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4pPr>
    <a:lvl5pPr marL="719138" indent="-184150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152458D-D975-4659-9756-A6BAF0E2F024}">
          <p14:sldIdLst>
            <p14:sldId id="346"/>
            <p14:sldId id="335"/>
            <p14:sldId id="525"/>
            <p14:sldId id="515"/>
            <p14:sldId id="524"/>
            <p14:sldId id="518"/>
            <p14:sldId id="522"/>
            <p14:sldId id="519"/>
            <p14:sldId id="523"/>
            <p14:sldId id="52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3F94"/>
    <a:srgbClr val="103F94"/>
    <a:srgbClr val="0D3E94"/>
    <a:srgbClr val="73BFFB"/>
    <a:srgbClr val="C0DCF1"/>
    <a:srgbClr val="0E3F94"/>
    <a:srgbClr val="0D4094"/>
    <a:srgbClr val="FC789F"/>
    <a:srgbClr val="9AC7FC"/>
    <a:srgbClr val="482F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UZH Standar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4233" cmpd="sng">
              <a:solidFill>
                <a:schemeClr val="dk1"/>
              </a:solidFill>
            </a:ln>
          </a:bottom>
          <a:insideH>
            <a:ln w="4233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schemeClr val="dk1"/>
      </a:tcTxStyle>
      <a:tcStyle>
        <a:tcBdr/>
        <a:fill>
          <a:noFill/>
        </a:fill>
      </a:tcStyle>
    </a:band1H>
    <a:band2H>
      <a:tcTxStyle>
        <a:schemeClr val="dk1"/>
      </a:tcTxStyle>
      <a:tcStyle>
        <a:tcBdr/>
        <a:fill>
          <a:noFill/>
        </a:fill>
      </a:tcStyle>
    </a:band2H>
    <a:band1V>
      <a:tcTxStyle>
        <a:schemeClr val="dk1"/>
      </a:tcTxStyle>
      <a:tcStyle>
        <a:tcBdr/>
        <a:fill>
          <a:noFill/>
        </a:fill>
      </a:tcStyle>
    </a:band1V>
    <a:band2V>
      <a:tcTxStyle>
        <a:schemeClr val="dk1"/>
      </a:tcTxStyle>
      <a:tcStyle>
        <a:tcBdr/>
        <a:fill>
          <a:noFill/>
        </a:fill>
      </a:tcStyle>
    </a:band2V>
    <a:lastCol>
      <a:tcTxStyle>
        <a:fontRef idx="major"/>
        <a:schemeClr val="dk1"/>
      </a:tcTxStyle>
      <a:tcStyle>
        <a:tcBdr/>
        <a:fill>
          <a:noFill/>
        </a:fill>
      </a:tcStyle>
    </a:lastCol>
    <a:firstCol>
      <a:tcTxStyle>
        <a:fontRef idx="major"/>
        <a:schemeClr val="dk1"/>
      </a:tcTxStyle>
      <a:tcStyle>
        <a:tcBdr/>
        <a:fill>
          <a:noFill/>
        </a:fill>
      </a:tcStyle>
    </a:firstCol>
    <a:lastRow>
      <a:tcTxStyle>
        <a:fontRef idx="major"/>
        <a:schemeClr val="dk1"/>
      </a:tcTxStyle>
      <a:tcStyle>
        <a:tcBdr>
          <a:top>
            <a:ln w="4233" cmpd="sng">
              <a:solidFill>
                <a:schemeClr val="dk1"/>
              </a:solidFill>
            </a:ln>
          </a:top>
          <a:bottom>
            <a:ln w="4233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>
        <a:fontRef idx="major"/>
        <a:schemeClr val="dk1"/>
      </a:tcTxStyle>
      <a:tcStyle>
        <a:tcBdr>
          <a:top>
            <a:ln>
              <a:noFill/>
            </a:ln>
          </a:top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87" autoAdjust="0"/>
    <p:restoredTop sz="80194" autoAdjust="0"/>
  </p:normalViewPr>
  <p:slideViewPr>
    <p:cSldViewPr showGuides="1">
      <p:cViewPr varScale="1">
        <p:scale>
          <a:sx n="77" d="100"/>
          <a:sy n="77" d="100"/>
        </p:scale>
        <p:origin x="1238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5" d="100"/>
        <a:sy n="95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334" y="2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04.10.2026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‹#›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04.10.2026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Welcome,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all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</a:p>
          <a:p>
            <a:endParaRPr lang="de-DE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de-DE" dirty="0" err="1"/>
              <a:t>Socorex</a:t>
            </a:r>
            <a:r>
              <a:rPr lang="de-DE" dirty="0"/>
              <a:t> </a:t>
            </a:r>
            <a:r>
              <a:rPr lang="de-DE" dirty="0" err="1"/>
              <a:t>develops</a:t>
            </a:r>
            <a:r>
              <a:rPr lang="de-DE" dirty="0"/>
              <a:t> </a:t>
            </a:r>
            <a:r>
              <a:rPr lang="de-DE" dirty="0" err="1"/>
              <a:t>wet</a:t>
            </a:r>
            <a:r>
              <a:rPr lang="de-DE" dirty="0"/>
              <a:t>-lab </a:t>
            </a:r>
            <a:r>
              <a:rPr lang="de-DE" dirty="0" err="1"/>
              <a:t>instruments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principles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 </a:t>
            </a:r>
            <a:r>
              <a:rPr lang="de-DE" b="1" dirty="0" err="1"/>
              <a:t>circular</a:t>
            </a:r>
            <a:r>
              <a:rPr lang="de-DE" b="1" dirty="0"/>
              <a:t> </a:t>
            </a:r>
            <a:r>
              <a:rPr lang="de-DE" b="1" dirty="0" err="1"/>
              <a:t>economy</a:t>
            </a:r>
            <a:r>
              <a:rPr lang="de-DE" dirty="0"/>
              <a:t>,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products</a:t>
            </a:r>
            <a:r>
              <a:rPr lang="de-DE" dirty="0"/>
              <a:t> </a:t>
            </a:r>
            <a:r>
              <a:rPr lang="de-DE" dirty="0" err="1"/>
              <a:t>designed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b="1" dirty="0" err="1"/>
              <a:t>disassembled</a:t>
            </a:r>
            <a:r>
              <a:rPr lang="de-DE" b="1" dirty="0"/>
              <a:t>, </a:t>
            </a:r>
            <a:r>
              <a:rPr lang="de-DE" b="1" dirty="0" err="1"/>
              <a:t>maintained</a:t>
            </a:r>
            <a:r>
              <a:rPr lang="de-DE" b="1" dirty="0"/>
              <a:t>, </a:t>
            </a:r>
            <a:r>
              <a:rPr lang="de-DE" b="1" dirty="0" err="1"/>
              <a:t>repaired</a:t>
            </a:r>
            <a:r>
              <a:rPr lang="de-DE" b="1" dirty="0"/>
              <a:t>, </a:t>
            </a:r>
            <a:r>
              <a:rPr lang="de-DE" b="1" dirty="0" err="1"/>
              <a:t>and</a:t>
            </a:r>
            <a:r>
              <a:rPr lang="de-DE" b="1" dirty="0"/>
              <a:t> </a:t>
            </a:r>
            <a:r>
              <a:rPr lang="de-DE" b="1" dirty="0" err="1"/>
              <a:t>reused</a:t>
            </a:r>
            <a:r>
              <a:rPr lang="de-DE" dirty="0"/>
              <a:t>.</a:t>
            </a:r>
          </a:p>
          <a:p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1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483847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2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92364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de-DE" sz="1100" dirty="0"/>
              <a:t>Problems: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de-DE" sz="1100" b="0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  <a:defRPr/>
            </a:pPr>
            <a:r>
              <a:rPr lang="de-DE" b="0" dirty="0"/>
              <a:t>Maintenance </a:t>
            </a:r>
            <a:r>
              <a:rPr lang="de-DE" b="0" dirty="0" err="1"/>
              <a:t>and</a:t>
            </a:r>
            <a:r>
              <a:rPr lang="de-DE" b="0" dirty="0"/>
              <a:t> </a:t>
            </a:r>
            <a:r>
              <a:rPr lang="de-DE" b="0" dirty="0" err="1"/>
              <a:t>calibration</a:t>
            </a:r>
            <a:r>
              <a:rPr lang="de-DE" b="0" dirty="0"/>
              <a:t> </a:t>
            </a:r>
            <a:r>
              <a:rPr lang="de-DE" b="0" dirty="0" err="1"/>
              <a:t>guidance</a:t>
            </a:r>
            <a:r>
              <a:rPr lang="de-DE" b="0" dirty="0"/>
              <a:t> </a:t>
            </a:r>
            <a:r>
              <a:rPr lang="de-DE" b="0" dirty="0" err="1"/>
              <a:t>is</a:t>
            </a:r>
            <a:r>
              <a:rPr lang="de-DE" b="0" dirty="0"/>
              <a:t> </a:t>
            </a:r>
            <a:r>
              <a:rPr lang="de-DE" b="0" dirty="0" err="1"/>
              <a:t>difficult</a:t>
            </a:r>
            <a:r>
              <a:rPr lang="de-DE" b="0" dirty="0"/>
              <a:t> </a:t>
            </a:r>
            <a:r>
              <a:rPr lang="de-DE" b="0" dirty="0" err="1"/>
              <a:t>to</a:t>
            </a:r>
            <a:r>
              <a:rPr lang="de-DE" b="0" dirty="0"/>
              <a:t> </a:t>
            </a:r>
            <a:r>
              <a:rPr lang="de-DE" b="0" dirty="0" err="1"/>
              <a:t>navigate</a:t>
            </a:r>
            <a:endParaRPr lang="de-DE" b="0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  <a:defRPr/>
            </a:pPr>
            <a:r>
              <a:rPr lang="de-DE" b="0" dirty="0"/>
              <a:t>Users </a:t>
            </a:r>
            <a:r>
              <a:rPr lang="de-DE" b="0" dirty="0" err="1"/>
              <a:t>may</a:t>
            </a:r>
            <a:r>
              <a:rPr lang="de-DE" b="0" dirty="0"/>
              <a:t> </a:t>
            </a:r>
            <a:r>
              <a:rPr lang="de-DE" b="0" dirty="0" err="1"/>
              <a:t>experience</a:t>
            </a:r>
            <a:r>
              <a:rPr lang="de-DE" b="0" dirty="0"/>
              <a:t> </a:t>
            </a:r>
            <a:r>
              <a:rPr lang="de-DE" b="0" dirty="0" err="1"/>
              <a:t>uncertainty</a:t>
            </a:r>
            <a:r>
              <a:rPr lang="de-DE" b="0" dirty="0"/>
              <a:t>, </a:t>
            </a:r>
            <a:r>
              <a:rPr lang="de-DE" b="0" dirty="0" err="1"/>
              <a:t>confusion</a:t>
            </a:r>
            <a:r>
              <a:rPr lang="de-DE" b="0" dirty="0"/>
              <a:t>, </a:t>
            </a:r>
            <a:r>
              <a:rPr lang="de-DE" b="0" dirty="0" err="1"/>
              <a:t>and</a:t>
            </a:r>
            <a:r>
              <a:rPr lang="de-DE" b="0" dirty="0"/>
              <a:t> </a:t>
            </a:r>
            <a:r>
              <a:rPr lang="de-DE" b="0" dirty="0" err="1"/>
              <a:t>practical</a:t>
            </a:r>
            <a:r>
              <a:rPr lang="de-DE" b="0" dirty="0"/>
              <a:t> </a:t>
            </a:r>
            <a:r>
              <a:rPr lang="de-DE" b="0" dirty="0" err="1"/>
              <a:t>difficulties</a:t>
            </a:r>
            <a:endParaRPr lang="de-DE" b="0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  <a:defRPr/>
            </a:pPr>
            <a:r>
              <a:rPr lang="de-DE" b="0" dirty="0"/>
              <a:t>Limited </a:t>
            </a:r>
            <a:r>
              <a:rPr lang="de-DE" b="0" dirty="0" err="1"/>
              <a:t>accessibility</a:t>
            </a:r>
            <a:r>
              <a:rPr lang="de-DE" b="0" dirty="0"/>
              <a:t> </a:t>
            </a:r>
            <a:r>
              <a:rPr lang="de-DE" b="0" dirty="0" err="1"/>
              <a:t>and</a:t>
            </a:r>
            <a:r>
              <a:rPr lang="de-DE" b="0" dirty="0"/>
              <a:t> user-</a:t>
            </a:r>
            <a:r>
              <a:rPr lang="de-DE" b="0" dirty="0" err="1"/>
              <a:t>friendliness</a:t>
            </a:r>
            <a:r>
              <a:rPr lang="de-DE" b="0" dirty="0"/>
              <a:t> </a:t>
            </a:r>
            <a:r>
              <a:rPr lang="de-DE" b="0" dirty="0" err="1"/>
              <a:t>of</a:t>
            </a:r>
            <a:r>
              <a:rPr lang="de-DE" b="0" dirty="0"/>
              <a:t> relevant </a:t>
            </a:r>
            <a:r>
              <a:rPr lang="de-DE" b="0" dirty="0" err="1"/>
              <a:t>information</a:t>
            </a:r>
            <a:endParaRPr lang="de-DE" sz="1100" b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3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22125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focused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Acura</a:t>
            </a:r>
            <a:r>
              <a:rPr lang="de-DE" dirty="0"/>
              <a:t> Manual 825, a </a:t>
            </a:r>
            <a:r>
              <a:rPr lang="de-DE" dirty="0" err="1"/>
              <a:t>manual</a:t>
            </a:r>
            <a:r>
              <a:rPr lang="de-DE" dirty="0"/>
              <a:t> </a:t>
            </a:r>
            <a:r>
              <a:rPr lang="de-DE" dirty="0" err="1"/>
              <a:t>pipette</a:t>
            </a:r>
            <a:r>
              <a:rPr lang="de-DE" dirty="0"/>
              <a:t> </a:t>
            </a:r>
            <a:r>
              <a:rPr lang="de-DE" dirty="0" err="1"/>
              <a:t>designed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reliable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precise</a:t>
            </a:r>
            <a:r>
              <a:rPr lang="de-DE" dirty="0"/>
              <a:t> </a:t>
            </a:r>
            <a:r>
              <a:rPr lang="de-DE" dirty="0" err="1"/>
              <a:t>volume</a:t>
            </a:r>
            <a:r>
              <a:rPr lang="de-DE" dirty="0"/>
              <a:t> </a:t>
            </a:r>
            <a:r>
              <a:rPr lang="de-DE" dirty="0" err="1"/>
              <a:t>adjustment</a:t>
            </a:r>
            <a:r>
              <a:rPr lang="de-DE" dirty="0"/>
              <a:t>.</a:t>
            </a:r>
            <a:endParaRPr lang="de-DE" sz="11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4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76954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-"/>
              <a:tabLst/>
              <a:defRPr/>
            </a:pPr>
            <a:r>
              <a:rPr lang="de-DE" sz="1100" dirty="0"/>
              <a:t>Analyse </a:t>
            </a:r>
            <a:r>
              <a:rPr lang="de-DE" sz="1100" dirty="0" err="1"/>
              <a:t>Acura</a:t>
            </a:r>
            <a:r>
              <a:rPr lang="de-DE" sz="1100" dirty="0"/>
              <a:t> Manual 825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-"/>
              <a:tabLst/>
              <a:defRPr/>
            </a:pP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Mapped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journey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website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online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YouTube</a:t>
            </a:r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 err="1"/>
              <a:t>Identify</a:t>
            </a:r>
            <a:r>
              <a:rPr lang="de-DE" dirty="0"/>
              <a:t> </a:t>
            </a:r>
            <a:r>
              <a:rPr lang="de-DE" dirty="0" err="1"/>
              <a:t>practical</a:t>
            </a:r>
            <a:r>
              <a:rPr lang="de-DE" dirty="0"/>
              <a:t> </a:t>
            </a:r>
            <a:r>
              <a:rPr lang="de-DE" dirty="0" err="1"/>
              <a:t>difficulties</a:t>
            </a:r>
            <a:r>
              <a:rPr lang="de-DE" dirty="0"/>
              <a:t>, </a:t>
            </a:r>
            <a:r>
              <a:rPr lang="de-DE" dirty="0" err="1"/>
              <a:t>information</a:t>
            </a:r>
            <a:r>
              <a:rPr lang="de-DE" dirty="0"/>
              <a:t> </a:t>
            </a:r>
            <a:r>
              <a:rPr lang="de-DE" dirty="0" err="1"/>
              <a:t>gaps</a:t>
            </a:r>
            <a:r>
              <a:rPr lang="de-DE" dirty="0"/>
              <a:t>,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uncertainty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5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58524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The </a:t>
            </a:r>
            <a:r>
              <a:rPr lang="de-DE" dirty="0" err="1"/>
              <a:t>idea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guide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user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problem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right</a:t>
            </a:r>
            <a:r>
              <a:rPr lang="de-DE" dirty="0"/>
              <a:t> </a:t>
            </a:r>
            <a:r>
              <a:rPr lang="de-DE" dirty="0" err="1"/>
              <a:t>solution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/>
              <a:t>First,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user</a:t>
            </a:r>
            <a:r>
              <a:rPr lang="de-DE" dirty="0"/>
              <a:t> </a:t>
            </a:r>
            <a:r>
              <a:rPr lang="de-DE" dirty="0" err="1"/>
              <a:t>encounters</a:t>
            </a:r>
            <a:r>
              <a:rPr lang="de-DE" dirty="0"/>
              <a:t> a </a:t>
            </a:r>
            <a:r>
              <a:rPr lang="de-DE" b="1" dirty="0" err="1"/>
              <a:t>product</a:t>
            </a:r>
            <a:r>
              <a:rPr lang="de-DE" b="1" dirty="0"/>
              <a:t> </a:t>
            </a:r>
            <a:r>
              <a:rPr lang="de-DE" b="1" dirty="0" err="1"/>
              <a:t>issue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Then</a:t>
            </a:r>
            <a:r>
              <a:rPr lang="de-DE" dirty="0"/>
              <a:t>, a </a:t>
            </a:r>
            <a:r>
              <a:rPr lang="de-DE" b="1" dirty="0" err="1"/>
              <a:t>guided</a:t>
            </a:r>
            <a:r>
              <a:rPr lang="de-DE" b="1" dirty="0"/>
              <a:t> Q&amp;A </a:t>
            </a:r>
            <a:r>
              <a:rPr lang="de-DE" dirty="0"/>
              <a:t>in form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b="1" dirty="0" err="1"/>
              <a:t>decision</a:t>
            </a:r>
            <a:r>
              <a:rPr lang="de-DE" b="1" dirty="0"/>
              <a:t> </a:t>
            </a:r>
            <a:r>
              <a:rPr lang="de-DE" b="1" dirty="0" err="1"/>
              <a:t>tree</a:t>
            </a:r>
            <a:r>
              <a:rPr lang="de-DE" b="1" dirty="0"/>
              <a:t> </a:t>
            </a:r>
            <a:r>
              <a:rPr lang="de-DE" dirty="0"/>
              <a:t>will </a:t>
            </a:r>
            <a:r>
              <a:rPr lang="de-DE" dirty="0" err="1"/>
              <a:t>helps</a:t>
            </a:r>
            <a:r>
              <a:rPr lang="de-DE" dirty="0"/>
              <a:t> </a:t>
            </a:r>
            <a:r>
              <a:rPr lang="de-DE" dirty="0" err="1"/>
              <a:t>narrow</a:t>
            </a:r>
            <a:r>
              <a:rPr lang="de-DE" dirty="0"/>
              <a:t> down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problem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Finally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user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directed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b="1" dirty="0" err="1"/>
              <a:t>targeted</a:t>
            </a:r>
            <a:r>
              <a:rPr lang="de-DE" b="1" dirty="0"/>
              <a:t> </a:t>
            </a:r>
            <a:r>
              <a:rPr lang="de-DE" b="1" dirty="0" err="1"/>
              <a:t>instructions</a:t>
            </a:r>
            <a:r>
              <a:rPr lang="de-DE" b="1" dirty="0"/>
              <a:t> </a:t>
            </a:r>
            <a:r>
              <a:rPr lang="de-DE" dirty="0" err="1"/>
              <a:t>and</a:t>
            </a:r>
            <a:r>
              <a:rPr lang="de-DE" dirty="0"/>
              <a:t> a </a:t>
            </a:r>
            <a:r>
              <a:rPr lang="de-DE" b="1" dirty="0" err="1"/>
              <a:t>practical</a:t>
            </a:r>
            <a:r>
              <a:rPr lang="de-DE" b="1" dirty="0"/>
              <a:t> </a:t>
            </a:r>
            <a:r>
              <a:rPr lang="de-DE" b="1" dirty="0" err="1"/>
              <a:t>solution</a:t>
            </a:r>
            <a:r>
              <a:rPr lang="de-DE" dirty="0"/>
              <a:t>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6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85870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7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20933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Simplify</a:t>
            </a:r>
            <a:r>
              <a:rPr lang="de-DE" sz="11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11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maintenance</a:t>
            </a:r>
            <a:r>
              <a:rPr lang="de-DE" sz="11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journey</a:t>
            </a:r>
            <a:r>
              <a:rPr lang="de-DE" sz="11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Care Guide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linking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manuals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videos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troubleshooting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</a:t>
            </a:r>
            <a:endParaRPr lang="de-DE" sz="1100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</a:t>
            </a:r>
            <a:r>
              <a:rPr lang="de-DE" sz="11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printed</a:t>
            </a:r>
            <a:r>
              <a:rPr lang="de-DE" sz="11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documentation</a:t>
            </a:r>
            <a:r>
              <a:rPr lang="de-DE" sz="11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product-specific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QR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codes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linking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directly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Care Guide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Easier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updates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centralised</a:t>
            </a:r>
            <a:r>
              <a:rPr lang="de-DE" sz="11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digital </a:t>
            </a:r>
            <a:r>
              <a:rPr lang="de-DE" sz="11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endParaRPr lang="de-DE" sz="1100" b="1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Reusable</a:t>
            </a:r>
            <a:r>
              <a:rPr lang="de-DE" sz="11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framework</a:t>
            </a:r>
            <a:r>
              <a:rPr lang="de-DE" sz="11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Socorex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  <a:r>
              <a:rPr lang="de-DE" sz="11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portfolio</a:t>
            </a:r>
            <a:endParaRPr lang="de-DE" sz="1100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8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713761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Mobile </a:t>
            </a:r>
            <a:r>
              <a:rPr lang="de-DE" dirty="0" err="1"/>
              <a:t>version</a:t>
            </a:r>
            <a:r>
              <a:rPr lang="de-DE" dirty="0"/>
              <a:t> &amp; OR </a:t>
            </a:r>
            <a:r>
              <a:rPr lang="de-DE" dirty="0" err="1"/>
              <a:t>codes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Form 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editor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contentr.json</a:t>
            </a:r>
            <a:r>
              <a:rPr lang="de-DE" dirty="0"/>
              <a:t> </a:t>
            </a:r>
          </a:p>
          <a:p>
            <a:pPr marL="171450" indent="-171450">
              <a:buFontTx/>
              <a:buChar char="-"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9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595630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Mobile </a:t>
            </a:r>
            <a:r>
              <a:rPr lang="de-DE" dirty="0" err="1"/>
              <a:t>version</a:t>
            </a:r>
            <a:r>
              <a:rPr lang="de-DE" dirty="0"/>
              <a:t> &amp; OR </a:t>
            </a:r>
            <a:r>
              <a:rPr lang="de-DE" dirty="0" err="1"/>
              <a:t>codes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Form 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editor</a:t>
            </a:r>
            <a:r>
              <a:rPr lang="de-DE" dirty="0"/>
              <a:t> for </a:t>
            </a:r>
            <a:r>
              <a:rPr lang="de-DE" dirty="0" err="1"/>
              <a:t>contentr.json</a:t>
            </a:r>
            <a:r>
              <a:rPr lang="de-DE" dirty="0"/>
              <a:t> </a:t>
            </a:r>
          </a:p>
          <a:p>
            <a:pPr marL="171450" indent="-171450">
              <a:buFontTx/>
              <a:buChar char="-"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10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08861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Universitätseinhe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6734F174-B522-024E-A77F-0533C3626B45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EBEE38-90C0-68F8-53F6-37ACBFF105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EAE6AC0-45CA-5F45-958F-F96DC5E560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8865" y="273050"/>
            <a:ext cx="3214335" cy="585326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5ECED5B0-1FC4-EB4A-8415-AC38BC5BC4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516" y="273462"/>
            <a:ext cx="1350609" cy="60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71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78185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 anchorCtr="0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fld id="{6774E408-A865-5045-9AD9-CD11B8D7175C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  <a:prstGeom prst="rect">
            <a:avLst/>
          </a:prstGeom>
        </p:spPr>
        <p:txBody>
          <a:bodyPr/>
          <a:lstStyle>
            <a:lvl1pPr>
              <a:defRPr sz="100"/>
            </a:lvl1pPr>
          </a:lstStyle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  <a:prstGeom prst="rect">
            <a:avLst/>
          </a:prstGeo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00B2A4-A548-86D9-6FFA-57A63AC10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49788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A753B955-49F0-E144-887F-A17D9C2BBAB0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11DA3BE-00CD-1BA7-A6C5-5D9732DE8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A04CBAD-2C4F-A402-4949-1283FB197368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2F3AE3-7ACB-2716-808B-C82789FE83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3E33648C-CA30-D18F-AD19-488B5D38966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10983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15B553A-D76B-BE50-5229-98B3298F67E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5586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cxnSp>
        <p:nvCxnSpPr>
          <p:cNvPr id="10" name="Gerader Verbinder 13">
            <a:extLst>
              <a:ext uri="{FF2B5EF4-FFF2-40B4-BE49-F238E27FC236}">
                <a16:creationId xmlns:a16="http://schemas.microsoft.com/office/drawing/2014/main" id="{C8695E30-C682-657A-CE1E-BCDA5B2D888F}"/>
              </a:ext>
            </a:extLst>
          </p:cNvPr>
          <p:cNvCxnSpPr>
            <a:cxnSpLocks/>
          </p:cNvCxnSpPr>
          <p:nvPr userDrawn="1"/>
        </p:nvCxnSpPr>
        <p:spPr>
          <a:xfrm>
            <a:off x="149196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6">
            <a:extLst>
              <a:ext uri="{FF2B5EF4-FFF2-40B4-BE49-F238E27FC236}">
                <a16:creationId xmlns:a16="http://schemas.microsoft.com/office/drawing/2014/main" id="{D97721AF-771D-3772-A516-40C8BD5539BE}"/>
              </a:ext>
            </a:extLst>
          </p:cNvPr>
          <p:cNvCxnSpPr>
            <a:cxnSpLocks/>
          </p:cNvCxnSpPr>
          <p:nvPr userDrawn="1"/>
        </p:nvCxnSpPr>
        <p:spPr>
          <a:xfrm>
            <a:off x="295174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B7E424F3-B19E-8930-52AC-A85E22C10F2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6609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87215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4402C8E-51F8-B44B-BFD6-D53C781C1A6C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48EC57F8-2FF9-F2DC-C053-E44A7DBF4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209675"/>
            <a:ext cx="1983799" cy="1308143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3775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>
            <a:extLst>
              <a:ext uri="{FF2B5EF4-FFF2-40B4-BE49-F238E27FC236}">
                <a16:creationId xmlns:a16="http://schemas.microsoft.com/office/drawing/2014/main" id="{62E6E148-5F7E-6A90-F5E7-CAF43EF2FF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75" y="866775"/>
            <a:ext cx="11652249" cy="5150546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D89C-6019-7E4B-A343-171F18B8D431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Jacobs Center for Productive Youth Development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sp>
        <p:nvSpPr>
          <p:cNvPr id="3" name="Textplatzhalter 4">
            <a:extLst>
              <a:ext uri="{FF2B5EF4-FFF2-40B4-BE49-F238E27FC236}">
                <a16:creationId xmlns:a16="http://schemas.microsoft.com/office/drawing/2014/main" id="{7737E4CB-5032-63D9-B015-478DD21B13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4154437"/>
            <a:ext cx="1389084" cy="949904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77703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289224"/>
            <a:ext cx="11650663" cy="5935364"/>
          </a:xfrm>
          <a:solidFill>
            <a:schemeClr val="accent1"/>
          </a:solidFill>
        </p:spPr>
        <p:txBody>
          <a:bodyPr tIns="324000" rIns="0" anchor="t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50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74625" indent="-174625" algn="r">
              <a:buFont typeface="Source Sans Pro" panose="020B0503030403020204" pitchFamily="34" charset="0"/>
              <a:buChar char="―"/>
              <a:defRPr/>
            </a:lvl2pPr>
            <a:lvl3pPr marL="360363" indent="-185738" algn="r">
              <a:buFont typeface="Source Sans Pro" panose="020B0503030403020204" pitchFamily="34" charset="0"/>
              <a:buChar char="―"/>
              <a:defRPr/>
            </a:lvl3pPr>
            <a:lvl4pPr marL="534988" indent="-174625" algn="r">
              <a:buFont typeface="Source Sans Pro" panose="020B0503030403020204" pitchFamily="34" charset="0"/>
              <a:buChar char="―"/>
              <a:defRPr/>
            </a:lvl4pPr>
            <a:lvl5pPr marL="719138" indent="-184150" algn="r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de-CH" dirty="0"/>
              <a:t>0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4D2D-7BED-E448-896E-AE521FD7C9B9}" type="datetime1">
              <a:rPr lang="de-CH" smtClean="0"/>
              <a:t>04.10.2026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US"/>
              <a:t>Jacobs Center for Productive Youth Development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7140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70744"/>
            <a:ext cx="11650663" cy="51505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52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0715-26F6-7D41-87FF-6A11DB8A69B1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1289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66774"/>
            <a:ext cx="9324000" cy="4816476"/>
          </a:xfrm>
        </p:spPr>
        <p:txBody>
          <a:bodyPr anchor="ctr"/>
          <a:lstStyle>
            <a:lvl1pPr>
              <a:lnSpc>
                <a:spcPct val="97000"/>
              </a:lnSpc>
              <a:spcBef>
                <a:spcPts val="0"/>
              </a:spcBef>
              <a:defRPr sz="3000"/>
            </a:lvl1pPr>
            <a:lvl2pPr>
              <a:lnSpc>
                <a:spcPct val="97000"/>
              </a:lnSpc>
              <a:spcBef>
                <a:spcPts val="1000"/>
              </a:spcBef>
              <a:defRPr sz="3000"/>
            </a:lvl2pPr>
            <a:lvl3pPr>
              <a:lnSpc>
                <a:spcPct val="97000"/>
              </a:lnSpc>
              <a:spcBef>
                <a:spcPts val="1000"/>
              </a:spcBef>
              <a:defRPr sz="3000"/>
            </a:lvl3pPr>
            <a:lvl4pPr>
              <a:lnSpc>
                <a:spcPct val="97000"/>
              </a:lnSpc>
              <a:spcBef>
                <a:spcPts val="1000"/>
              </a:spcBef>
              <a:defRPr sz="3000"/>
            </a:lvl4pPr>
            <a:lvl5pPr>
              <a:lnSpc>
                <a:spcPct val="97000"/>
              </a:lnSpc>
              <a:spcBef>
                <a:spcPts val="1000"/>
              </a:spcBef>
              <a:defRPr sz="3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5AB5C-669E-AB49-8CF1-3F99188BD6ED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6226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5722937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271463" y="866774"/>
            <a:ext cx="5722937" cy="5133447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47E0-1D7E-5B4B-A125-5F18C9FFC593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42888"/>
            <a:ext cx="5722937" cy="5981700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958C9C6E-122D-B369-EB0B-2386BA817C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875" y="6000221"/>
            <a:ext cx="5722937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48D84AF-2DC4-1542-9181-19EA3F69CF59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62" y="1371600"/>
            <a:ext cx="5724000" cy="4628621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defRPr sz="1600"/>
            </a:lvl3pPr>
            <a:lvl4pPr marL="1090800" indent="-226800">
              <a:spcBef>
                <a:spcPts val="1000"/>
              </a:spcBef>
              <a:spcAft>
                <a:spcPts val="0"/>
              </a:spcAft>
              <a:defRPr sz="1600"/>
            </a:lvl4pPr>
            <a:lvl5pPr marL="1522800" indent="-342000">
              <a:spcBef>
                <a:spcPts val="1000"/>
              </a:spcBef>
              <a:spcAft>
                <a:spcPts val="0"/>
              </a:spcAft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00221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169781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Inhalte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5925DF-3999-BF49-90BF-157E9664067F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Jacobs Center for Productive Youth Development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D08B5C7-0B72-0F94-738C-A9B735A2519D}"/>
              </a:ext>
            </a:extLst>
          </p:cNvPr>
          <p:cNvCxnSpPr>
            <a:cxnSpLocks/>
          </p:cNvCxnSpPr>
          <p:nvPr userDrawn="1"/>
        </p:nvCxnSpPr>
        <p:spPr>
          <a:xfrm>
            <a:off x="273050" y="515507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6987E16-61C3-F16E-EBD2-164E17176CF4}"/>
              </a:ext>
            </a:extLst>
          </p:cNvPr>
          <p:cNvCxnSpPr>
            <a:cxnSpLocks/>
          </p:cNvCxnSpPr>
          <p:nvPr userDrawn="1"/>
        </p:nvCxnSpPr>
        <p:spPr>
          <a:xfrm>
            <a:off x="3228366" y="51550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7071907-BBD2-40D4-55E0-1E83C4F6D6BC}"/>
              </a:ext>
            </a:extLst>
          </p:cNvPr>
          <p:cNvCxnSpPr>
            <a:cxnSpLocks/>
          </p:cNvCxnSpPr>
          <p:nvPr userDrawn="1"/>
        </p:nvCxnSpPr>
        <p:spPr>
          <a:xfrm>
            <a:off x="3233129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E74047-F734-D6A9-08E0-D291395944F0}"/>
              </a:ext>
            </a:extLst>
          </p:cNvPr>
          <p:cNvCxnSpPr>
            <a:cxnSpLocks/>
          </p:cNvCxnSpPr>
          <p:nvPr userDrawn="1"/>
        </p:nvCxnSpPr>
        <p:spPr>
          <a:xfrm>
            <a:off x="276265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E45E1AF-C792-F20E-F289-890F955A6D57}"/>
              </a:ext>
            </a:extLst>
          </p:cNvPr>
          <p:cNvCxnSpPr>
            <a:cxnSpLocks/>
          </p:cNvCxnSpPr>
          <p:nvPr userDrawn="1"/>
        </p:nvCxnSpPr>
        <p:spPr>
          <a:xfrm>
            <a:off x="273449" y="172635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8DB0037-139C-0385-E03A-306D5169233B}"/>
              </a:ext>
            </a:extLst>
          </p:cNvPr>
          <p:cNvCxnSpPr>
            <a:cxnSpLocks/>
          </p:cNvCxnSpPr>
          <p:nvPr userDrawn="1"/>
        </p:nvCxnSpPr>
        <p:spPr>
          <a:xfrm>
            <a:off x="3230961" y="1721590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30017B53-05EC-3989-249C-664AD90907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0670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7" name="Textplatzhalter 27">
            <a:extLst>
              <a:ext uri="{FF2B5EF4-FFF2-40B4-BE49-F238E27FC236}">
                <a16:creationId xmlns:a16="http://schemas.microsoft.com/office/drawing/2014/main" id="{714803E2-4C7F-CFE5-7B57-C3F213A340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3050" y="531018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8" name="Textplatzhalter 27">
            <a:extLst>
              <a:ext uri="{FF2B5EF4-FFF2-40B4-BE49-F238E27FC236}">
                <a16:creationId xmlns:a16="http://schemas.microsoft.com/office/drawing/2014/main" id="{9C152131-ED74-0F59-B477-F10CE617C4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2838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1" name="Textplatzhalter 27">
            <a:extLst>
              <a:ext uri="{FF2B5EF4-FFF2-40B4-BE49-F238E27FC236}">
                <a16:creationId xmlns:a16="http://schemas.microsoft.com/office/drawing/2014/main" id="{1182E294-3DAE-8397-D78D-AE19E051369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8075" y="53101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2" name="Textplatzhalter 27">
            <a:extLst>
              <a:ext uri="{FF2B5EF4-FFF2-40B4-BE49-F238E27FC236}">
                <a16:creationId xmlns:a16="http://schemas.microsoft.com/office/drawing/2014/main" id="{F8CA09C2-6A74-C429-81F0-F2CA0C0A8B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8366" y="44043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3" name="Textplatzhalter 27">
            <a:extLst>
              <a:ext uri="{FF2B5EF4-FFF2-40B4-BE49-F238E27FC236}">
                <a16:creationId xmlns:a16="http://schemas.microsoft.com/office/drawing/2014/main" id="{79EF64BE-BAA5-7A03-2892-71B58B0FA7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3050" y="440436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B37CF961-4AA4-3E2D-1EEC-751B07F74E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5" name="Textplatzhalter 27">
            <a:extLst>
              <a:ext uri="{FF2B5EF4-FFF2-40B4-BE49-F238E27FC236}">
                <a16:creationId xmlns:a16="http://schemas.microsoft.com/office/drawing/2014/main" id="{A75866BD-D0AA-3041-796D-1EB9B1F3A8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3128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6" name="Textplatzhalter 27">
            <a:extLst>
              <a:ext uri="{FF2B5EF4-FFF2-40B4-BE49-F238E27FC236}">
                <a16:creationId xmlns:a16="http://schemas.microsoft.com/office/drawing/2014/main" id="{348CBF73-5164-67ED-100D-52F0577F0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8" name="Textplatzhalter 27">
            <a:extLst>
              <a:ext uri="{FF2B5EF4-FFF2-40B4-BE49-F238E27FC236}">
                <a16:creationId xmlns:a16="http://schemas.microsoft.com/office/drawing/2014/main" id="{E413BFB1-BE2B-5698-D056-CFFE93D63A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3448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9" name="Textplatzhalter 27">
            <a:extLst>
              <a:ext uri="{FF2B5EF4-FFF2-40B4-BE49-F238E27FC236}">
                <a16:creationId xmlns:a16="http://schemas.microsoft.com/office/drawing/2014/main" id="{A6AD1D29-4F20-7C67-177C-5F66137D5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3448" y="9756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A60B2A3C-D051-ADD5-9279-F6C77B9515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0960" y="9708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648628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DBC2D40-E243-1E49-A21D-7C2D4835FA57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273378"/>
            <a:ext cx="5724000" cy="560164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8400" y="866774"/>
            <a:ext cx="5724000" cy="5357813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3pPr>
            <a:lvl4pPr marL="101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400" y="244800"/>
            <a:ext cx="5723999" cy="519436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ABC8980-79BC-7792-05E5-871BA6059E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875" y="6029325"/>
            <a:ext cx="5724525" cy="195263"/>
          </a:xfrm>
        </p:spPr>
        <p:txBody>
          <a:bodyPr anchor="b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GB" noProof="0" dirty="0"/>
              <a:t>Insert caption</a:t>
            </a:r>
          </a:p>
        </p:txBody>
      </p:sp>
    </p:spTree>
    <p:extLst>
      <p:ext uri="{BB962C8B-B14F-4D97-AF65-F5344CB8AC3E}">
        <p14:creationId xmlns:p14="http://schemas.microsoft.com/office/powerpoint/2010/main" val="2774246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, drei Flächen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4">
            <a:extLst>
              <a:ext uri="{FF2B5EF4-FFF2-40B4-BE49-F238E27FC236}">
                <a16:creationId xmlns:a16="http://schemas.microsoft.com/office/drawing/2014/main" id="{5A065272-38F7-A074-824D-FD6B0FAB5C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866774"/>
            <a:ext cx="5724000" cy="535781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11648525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45635-1DEA-0240-A10E-E2B1B948E698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602800"/>
            <a:ext cx="5722937" cy="3621787"/>
          </a:xfrm>
        </p:spPr>
        <p:txBody>
          <a:bodyPr/>
          <a:lstStyle>
            <a:lvl1pPr>
              <a:spcBef>
                <a:spcPts val="1000"/>
              </a:spcBef>
              <a:defRPr sz="1600"/>
            </a:lvl1pPr>
            <a:lvl2pPr marL="226800" indent="-226800">
              <a:spcBef>
                <a:spcPts val="0"/>
              </a:spcBef>
              <a:defRPr sz="1600"/>
            </a:lvl2pPr>
            <a:lvl3pPr marL="658800" indent="-226800">
              <a:spcBef>
                <a:spcPts val="0"/>
              </a:spcBef>
              <a:defRPr sz="1600"/>
            </a:lvl3pPr>
            <a:lvl4pPr marL="1090800" indent="-226800">
              <a:spcBef>
                <a:spcPts val="0"/>
              </a:spcBef>
              <a:defRPr sz="1600"/>
            </a:lvl4pPr>
            <a:lvl5pPr marL="1522800" indent="-226800">
              <a:spcBef>
                <a:spcPts val="0"/>
              </a:spcBef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5C25F038-C59A-91D3-5738-FA2D715B1D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8287" y="4738688"/>
            <a:ext cx="4734000" cy="1155600"/>
          </a:xfrm>
          <a:solidFill>
            <a:schemeClr val="bg1"/>
          </a:solidFill>
        </p:spPr>
        <p:txBody>
          <a:bodyPr lIns="180000" anchor="ctr"/>
          <a:lstStyle>
            <a:lvl1pPr>
              <a:lnSpc>
                <a:spcPct val="98000"/>
              </a:lnSpc>
              <a:defRPr sz="2400" b="0"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BFFCDAC-C838-ADD4-2284-837AC0DB7D32}"/>
              </a:ext>
            </a:extLst>
          </p:cNvPr>
          <p:cNvSpPr>
            <a:spLocks/>
          </p:cNvSpPr>
          <p:nvPr userDrawn="1"/>
        </p:nvSpPr>
        <p:spPr>
          <a:xfrm>
            <a:off x="6179816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D52F735-79F5-3F42-160A-B27CDCC6ECBC}"/>
              </a:ext>
            </a:extLst>
          </p:cNvPr>
          <p:cNvCxnSpPr>
            <a:cxnSpLocks/>
          </p:cNvCxnSpPr>
          <p:nvPr userDrawn="1"/>
        </p:nvCxnSpPr>
        <p:spPr>
          <a:xfrm>
            <a:off x="6357417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E8ED3B-58AB-278E-8FA6-54B5367691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9816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50E60B21-008A-2B6B-00EE-55A0A5704E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79816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AB97A8F-A31B-71A8-6F59-6CF07FEC341B}"/>
              </a:ext>
            </a:extLst>
          </p:cNvPr>
          <p:cNvSpPr>
            <a:spLocks/>
          </p:cNvSpPr>
          <p:nvPr userDrawn="1"/>
        </p:nvSpPr>
        <p:spPr>
          <a:xfrm>
            <a:off x="81612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20494D9F-526C-2E69-E603-70C47570B76A}"/>
              </a:ext>
            </a:extLst>
          </p:cNvPr>
          <p:cNvCxnSpPr>
            <a:cxnSpLocks/>
          </p:cNvCxnSpPr>
          <p:nvPr userDrawn="1"/>
        </p:nvCxnSpPr>
        <p:spPr>
          <a:xfrm>
            <a:off x="83500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2">
            <a:extLst>
              <a:ext uri="{FF2B5EF4-FFF2-40B4-BE49-F238E27FC236}">
                <a16:creationId xmlns:a16="http://schemas.microsoft.com/office/drawing/2014/main" id="{CD54ACCC-E2D7-61F6-43F8-B08BB0DF890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612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AE30B499-759C-236B-6D1C-6BCA6F207D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612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C39869D-3DD1-49E4-9B99-D5ADADC37626}"/>
              </a:ext>
            </a:extLst>
          </p:cNvPr>
          <p:cNvSpPr>
            <a:spLocks/>
          </p:cNvSpPr>
          <p:nvPr userDrawn="1"/>
        </p:nvSpPr>
        <p:spPr>
          <a:xfrm>
            <a:off x="101304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C74D9E1-33AE-B3A6-62C5-702A8706EDCA}"/>
              </a:ext>
            </a:extLst>
          </p:cNvPr>
          <p:cNvCxnSpPr>
            <a:cxnSpLocks/>
          </p:cNvCxnSpPr>
          <p:nvPr userDrawn="1"/>
        </p:nvCxnSpPr>
        <p:spPr>
          <a:xfrm>
            <a:off x="103192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172486-FB2A-0D37-20BD-766B69EC16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304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A5D721FD-5C54-2030-F7DF-99F78870D3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1304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42525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7CE5E0B-E001-2644-A86B-4631AAB95538}" type="datetime1">
              <a:rPr lang="de-CH" noProof="0" smtClean="0"/>
              <a:t>04.10.2026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Jacobs Center for Productive Youth Development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7766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9251C-362F-0340-AD9A-665DCA3AC519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908720"/>
            <a:ext cx="7701073" cy="531586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9B29A34-DB3C-6631-0D19-C1C5DF5EA28A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420544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03348F5-FB0C-5E43-8861-F263A86C8FE7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571338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F27BA79-3B0B-334D-8C85-265092F327A3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721083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5BEB539-2EBB-B444-A52B-9536D47A474F}" type="datetime1">
              <a:rPr lang="de-CH" noProof="0" smtClean="0"/>
              <a:t>04.10.2026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Jacobs Center for Productive Youth Development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2006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33677-C9CA-CA49-9013-5F0375452B7A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2115A716-7F0D-6001-BBDA-1C1AF55BDEB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28587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ADAF9B2C-8583-6129-0978-4CC7CC294B4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7506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5E0F70B3-FE43-EB4F-1A26-27C37577C87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85714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D8C6563C-12FB-DB8B-2352-BC6B519F354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94633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B4039616-C526-8550-70B5-FB949E59398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284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5175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30470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eben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8130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C2F9-F8C5-AC47-911F-CF37C0556874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20D1239-AC10-7CF3-7460-F409E82CBCF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35845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63E66951-4F0B-CBC1-A3F3-06E3698036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4923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B22D8516-82BF-C968-B99F-F2C4872608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039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CC380BDB-57AA-395C-97C5-32258AD422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946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B12B8A9-2E40-004F-7D4B-DC830830213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4936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E8E60EDF-84BC-50DF-DF1D-12535BD165E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44014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271646C3-68B0-05A8-5C65-22D55CE4808F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7079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EC544524-67DF-E44E-A80D-DEF20D907A8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6987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E052A1FF-3C1D-18C9-FF8C-91D41AD5E46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225342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CA8F6A59-A25E-5F43-6AC1-01A66F711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24420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704FB434-2B9A-C168-61EC-9AE6DBA6CE7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7988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1811AD-FBE2-BBD0-4B34-A096DE429FE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7896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18104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E8DB-B57A-C84C-A176-8807FC985316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9875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87440" y="1088740"/>
            <a:ext cx="5734685" cy="4287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987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241952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41952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16411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16411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41952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16411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4033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41952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16411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31240D61-DAE3-BD06-237A-C12594445A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0869" y="5508398"/>
            <a:ext cx="5734685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4172665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o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8A9C-C00F-1C4E-92AF-1C2DC6FCF998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2789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1088740"/>
            <a:ext cx="5734685" cy="496916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2789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54866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866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29325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2932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82789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54866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129325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6947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54866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29325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7620271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B3AB2-0324-CE44-8BD9-EAD5B1C4A7D1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866775"/>
            <a:ext cx="7688373" cy="536257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FFC20296-E86A-3879-BD39-9F30E331947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48638" y="866775"/>
            <a:ext cx="3768835" cy="18715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64B2AD41-4DD5-6051-D34F-CA90E2343F5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48638" y="2938463"/>
            <a:ext cx="3768835" cy="2938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D10D92F6-CEED-9778-52E5-5789FA1E21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000" y="6013950"/>
            <a:ext cx="3768835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Quelle </a:t>
            </a:r>
            <a:r>
              <a:rPr lang="en-GB" noProof="0" dirty="0" err="1"/>
              <a:t>hinzufügen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930016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Texte mi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2637F-59FC-B045-A00F-7B9E49D66B08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56522" y="876298"/>
            <a:ext cx="3765601" cy="5353052"/>
          </a:xfrm>
          <a:noFill/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87629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64747F6A-D136-3EFB-6E19-6A385022B99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13200" y="876298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B3A42B55-571E-7D35-8A1D-2EE06F2B25D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71068" y="2764546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45D49E17-FFEA-350F-4AF4-82760A288C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14391" y="2764545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10">
            <a:extLst>
              <a:ext uri="{FF2B5EF4-FFF2-40B4-BE49-F238E27FC236}">
                <a16:creationId xmlns:a16="http://schemas.microsoft.com/office/drawing/2014/main" id="{02C0735D-E433-CC9E-BA2C-CE7019E86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67953" y="4647380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" name="Inhaltsplatzhalter 10">
            <a:extLst>
              <a:ext uri="{FF2B5EF4-FFF2-40B4-BE49-F238E27FC236}">
                <a16:creationId xmlns:a16="http://schemas.microsoft.com/office/drawing/2014/main" id="{57EE092B-F3B3-A0AB-6AF8-3C6F1603246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211276" y="464737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660225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ün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2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7B2ED-918B-0D4F-9D7F-401D9ECC1A93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264568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6BDEB48F-A5F4-E47E-A6CF-964F1398E89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9875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4D8633B6-F883-1298-E515-91B31B28E3A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4840288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0ED7E5AD-E183-82CD-F090-884A82A4B96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80532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560DE703-9043-4D96-9589-6AB1C926574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80532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5B7962-C9CE-24B7-343C-9D504EEF1AD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264568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DFF4B996-5BF2-362E-6F3C-0472752C4919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264568" y="4840288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23CD5622-E8DA-D57A-1F36-A80A2A8ACA69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184232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0987D4F-9295-E825-B64B-CE16F9CC37E4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8184232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3898624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n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0FA5-EE05-784D-9041-C9C19202465E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254919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622633EA-CE0F-D311-E9F8-E4FF04D03BC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69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2222D7F-5144-753F-7AF0-A8D709992A99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1254919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03285094-5EB7-BA03-462D-65224736565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69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2C14EDF-15BE-41CE-9D5E-3D50F6B67AB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1254919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DAC93A43-12FF-3F6B-DA7A-A04D2ECA735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022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696B000-854E-5397-BD25-46F024ACF0B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5195900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55C6D27-9F7F-A193-A31F-2412FB8334A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2022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80A26B48-243C-9DD6-BDC2-FE40212B1AAE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5195900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0E647CD5-DA5F-6055-1889-45FC8EA8E3A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022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A660F0-3C7A-4C52-196B-D1FC1C4E12F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5195900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9AE88E45-2228-3BAB-B328-25AE00C869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48811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8D6A0681-D929-2BA4-D3F8-B3541A94FD81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9136793" y="1586260"/>
            <a:ext cx="2785331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4" name="Bildplatzhalter 4">
            <a:extLst>
              <a:ext uri="{FF2B5EF4-FFF2-40B4-BE49-F238E27FC236}">
                <a16:creationId xmlns:a16="http://schemas.microsoft.com/office/drawing/2014/main" id="{8D809E36-7256-6CC2-0F4B-23E42C6B142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48811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8DEA4B-FE27-8A9E-FBBB-04944A377343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9136794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5AC54CE7-1DE9-FCC9-D36F-326C1CC978F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48811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FFA07EE-B7CC-6673-18A8-938F608DD842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9136794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003945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el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9309-5850-3449-9F7E-D159984D9AFF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Jacobs Center for Productive Youth Development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41" name="Inhaltsplatzhalter 30">
            <a:extLst>
              <a:ext uri="{FF2B5EF4-FFF2-40B4-BE49-F238E27FC236}">
                <a16:creationId xmlns:a16="http://schemas.microsoft.com/office/drawing/2014/main" id="{1FE9EFCD-7C86-A7FC-7CBA-C2A928454C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1463" y="878400"/>
            <a:ext cx="286206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Inhaltsplatzhalter 30">
            <a:extLst>
              <a:ext uri="{FF2B5EF4-FFF2-40B4-BE49-F238E27FC236}">
                <a16:creationId xmlns:a16="http://schemas.microsoft.com/office/drawing/2014/main" id="{B5AF2636-78AA-31AE-B767-CD1ED9E3083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31605" y="878400"/>
            <a:ext cx="2962866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3" name="Inhaltsplatzhalter 30">
            <a:extLst>
              <a:ext uri="{FF2B5EF4-FFF2-40B4-BE49-F238E27FC236}">
                <a16:creationId xmlns:a16="http://schemas.microsoft.com/office/drawing/2014/main" id="{8CD2FE50-AB2F-83AF-8B23-1260D26EF81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02458" y="878400"/>
            <a:ext cx="2948569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Inhaltsplatzhalter 30">
            <a:extLst>
              <a:ext uri="{FF2B5EF4-FFF2-40B4-BE49-F238E27FC236}">
                <a16:creationId xmlns:a16="http://schemas.microsoft.com/office/drawing/2014/main" id="{156B3F99-D56F-6D47-0C38-55E1C209F59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056315" y="878400"/>
            <a:ext cx="286142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5" name="Inhaltsplatzhalter 30">
            <a:extLst>
              <a:ext uri="{FF2B5EF4-FFF2-40B4-BE49-F238E27FC236}">
                <a16:creationId xmlns:a16="http://schemas.microsoft.com/office/drawing/2014/main" id="{61CB84E3-822D-E7BF-88FA-B6CD8499742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1463" y="4942799"/>
            <a:ext cx="286206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6" name="Inhaltsplatzhalter 30">
            <a:extLst>
              <a:ext uri="{FF2B5EF4-FFF2-40B4-BE49-F238E27FC236}">
                <a16:creationId xmlns:a16="http://schemas.microsoft.com/office/drawing/2014/main" id="{4BBD1101-501F-08B4-863D-4EC398FF4C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131605" y="3577319"/>
            <a:ext cx="2962866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7" name="Inhaltsplatzhalter 30">
            <a:extLst>
              <a:ext uri="{FF2B5EF4-FFF2-40B4-BE49-F238E27FC236}">
                <a16:creationId xmlns:a16="http://schemas.microsoft.com/office/drawing/2014/main" id="{799F2A81-65B3-AA66-95A8-AD7674ADA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02458" y="3577319"/>
            <a:ext cx="2948569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8" name="Inhaltsplatzhalter 30">
            <a:extLst>
              <a:ext uri="{FF2B5EF4-FFF2-40B4-BE49-F238E27FC236}">
                <a16:creationId xmlns:a16="http://schemas.microsoft.com/office/drawing/2014/main" id="{CD8C8901-62AC-56A4-B429-1C6C564195B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056315" y="4942798"/>
            <a:ext cx="286142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9" name="Inhaltsplatzhalter 30">
            <a:extLst>
              <a:ext uri="{FF2B5EF4-FFF2-40B4-BE49-F238E27FC236}">
                <a16:creationId xmlns:a16="http://schemas.microsoft.com/office/drawing/2014/main" id="{FC91EDA6-5E9C-6D6C-EF9F-C7F0B68C4C0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1463" y="3577319"/>
            <a:ext cx="2862063" cy="1361404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0" name="Inhaltsplatzhalter 30">
            <a:extLst>
              <a:ext uri="{FF2B5EF4-FFF2-40B4-BE49-F238E27FC236}">
                <a16:creationId xmlns:a16="http://schemas.microsoft.com/office/drawing/2014/main" id="{51E99161-B839-91BE-206F-89792AD5F92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56315" y="3577319"/>
            <a:ext cx="2861423" cy="136080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31085434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4" y="244800"/>
            <a:ext cx="376209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B1824-5F95-D34E-9CCC-61DCECA1605C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1371601"/>
            <a:ext cx="3765600" cy="15173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E8901B72-CDFB-6B04-2999-9B4D3BECDE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22638" y="273051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10">
            <a:extLst>
              <a:ext uri="{FF2B5EF4-FFF2-40B4-BE49-F238E27FC236}">
                <a16:creationId xmlns:a16="http://schemas.microsoft.com/office/drawing/2014/main" id="{5F7462AF-9418-FBED-AE2B-9097CD9893A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22638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3722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BE5D1B04-2BFA-33F3-C355-D8EB9E6F77DC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93722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8823469C-27C8-EF8F-4CC9-197675E31FB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64806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10">
            <a:extLst>
              <a:ext uri="{FF2B5EF4-FFF2-40B4-BE49-F238E27FC236}">
                <a16:creationId xmlns:a16="http://schemas.microsoft.com/office/drawing/2014/main" id="{887C4011-3849-0B28-B9C6-CD6CCD2774AC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164806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CBEDB122-E4B4-DEAF-0C6D-61CF1C399F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35890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2E8C9BDD-A256-932A-0451-8742BDF218CD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135890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648AA9A-5221-27F9-3191-6F0F1FEAF36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220167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10">
            <a:extLst>
              <a:ext uri="{FF2B5EF4-FFF2-40B4-BE49-F238E27FC236}">
                <a16:creationId xmlns:a16="http://schemas.microsoft.com/office/drawing/2014/main" id="{92E2526C-7EE2-C9B9-E09C-E4124FE41C3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220167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6836661A-7952-7ADE-BB22-08BB2B174D2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91251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C2CB294D-1078-8674-FF02-6A8C1FA8750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191251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478A5169-5857-1B03-543A-A692CECD282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62335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CCD55740-F556-6FFB-54B7-F02F33DD446D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62335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C3C4A300-9C66-727B-BF1B-3FE78BA4925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133419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1" name="Inhaltsplatzhalter 10">
            <a:extLst>
              <a:ext uri="{FF2B5EF4-FFF2-40B4-BE49-F238E27FC236}">
                <a16:creationId xmlns:a16="http://schemas.microsoft.com/office/drawing/2014/main" id="{A1A5D7D5-55B1-516C-7CED-BF26C79BE6B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0133419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F4A6E408-2281-5C5F-C17D-009678C7B29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21998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10">
            <a:extLst>
              <a:ext uri="{FF2B5EF4-FFF2-40B4-BE49-F238E27FC236}">
                <a16:creationId xmlns:a16="http://schemas.microsoft.com/office/drawing/2014/main" id="{106AA095-B514-8CB2-E655-796D9234A496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21998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B22E5E6F-159C-366B-5296-441253F3F0B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191065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9" name="Inhaltsplatzhalter 10">
            <a:extLst>
              <a:ext uri="{FF2B5EF4-FFF2-40B4-BE49-F238E27FC236}">
                <a16:creationId xmlns:a16="http://schemas.microsoft.com/office/drawing/2014/main" id="{8F99875B-FC4F-7DCE-AACD-FF783DF1F8CC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191065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86D99F31-E97B-1DE8-80A6-FCE2268D750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62149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1" name="Inhaltsplatzhalter 10">
            <a:extLst>
              <a:ext uri="{FF2B5EF4-FFF2-40B4-BE49-F238E27FC236}">
                <a16:creationId xmlns:a16="http://schemas.microsoft.com/office/drawing/2014/main" id="{2AFB99F6-8B03-8325-85FE-ACF55FEF4C7E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162149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Bildplatzhalter 4">
            <a:extLst>
              <a:ext uri="{FF2B5EF4-FFF2-40B4-BE49-F238E27FC236}">
                <a16:creationId xmlns:a16="http://schemas.microsoft.com/office/drawing/2014/main" id="{7B354065-93C3-8CD0-C6F7-EAD8915CFD2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133233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3" name="Inhaltsplatzhalter 10">
            <a:extLst>
              <a:ext uri="{FF2B5EF4-FFF2-40B4-BE49-F238E27FC236}">
                <a16:creationId xmlns:a16="http://schemas.microsoft.com/office/drawing/2014/main" id="{D9B63D01-B563-7751-25F8-D9E1385E66D2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10133233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Bildplatzhalter 4">
            <a:extLst>
              <a:ext uri="{FF2B5EF4-FFF2-40B4-BE49-F238E27FC236}">
                <a16:creationId xmlns:a16="http://schemas.microsoft.com/office/drawing/2014/main" id="{3561E328-70B6-85DB-D07B-4E3133D9FE77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224785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5" name="Inhaltsplatzhalter 10">
            <a:extLst>
              <a:ext uri="{FF2B5EF4-FFF2-40B4-BE49-F238E27FC236}">
                <a16:creationId xmlns:a16="http://schemas.microsoft.com/office/drawing/2014/main" id="{818DEC37-95E8-080D-AB4D-58F52BC284EC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224785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411646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str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536400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D1EE-F9D2-E845-BDE9-2D31DA268D0C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960DD06-5403-402D-6C88-53DCD45F16E1}"/>
              </a:ext>
            </a:extLst>
          </p:cNvPr>
          <p:cNvCxnSpPr/>
          <p:nvPr userDrawn="1"/>
        </p:nvCxnSpPr>
        <p:spPr>
          <a:xfrm>
            <a:off x="269875" y="3497585"/>
            <a:ext cx="1165225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Bildplatzhalter 4">
            <a:extLst>
              <a:ext uri="{FF2B5EF4-FFF2-40B4-BE49-F238E27FC236}">
                <a16:creationId xmlns:a16="http://schemas.microsoft.com/office/drawing/2014/main" id="{F49F2DB0-AB5C-6BD8-064D-373B4B1209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6" name="Bildplatzhalter 4">
            <a:extLst>
              <a:ext uri="{FF2B5EF4-FFF2-40B4-BE49-F238E27FC236}">
                <a16:creationId xmlns:a16="http://schemas.microsoft.com/office/drawing/2014/main" id="{F0B6A180-6984-B9E7-7ADC-A121B77988B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97400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7" name="Bildplatzhalter 4">
            <a:extLst>
              <a:ext uri="{FF2B5EF4-FFF2-40B4-BE49-F238E27FC236}">
                <a16:creationId xmlns:a16="http://schemas.microsoft.com/office/drawing/2014/main" id="{38372887-04E8-C5D5-EF4C-1E25A260FB2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67159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8" name="Bildplatzhalter 4">
            <a:extLst>
              <a:ext uri="{FF2B5EF4-FFF2-40B4-BE49-F238E27FC236}">
                <a16:creationId xmlns:a16="http://schemas.microsoft.com/office/drawing/2014/main" id="{7A14FB65-6B89-A9C8-8DB1-7B1F7CBFAEC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6031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9" name="Bildplatzhalter 4">
            <a:extLst>
              <a:ext uri="{FF2B5EF4-FFF2-40B4-BE49-F238E27FC236}">
                <a16:creationId xmlns:a16="http://schemas.microsoft.com/office/drawing/2014/main" id="{CD8F59A9-69CA-1C2A-33D7-AD0BB64181B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53471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0" name="Bildplatzhalter 4">
            <a:extLst>
              <a:ext uri="{FF2B5EF4-FFF2-40B4-BE49-F238E27FC236}">
                <a16:creationId xmlns:a16="http://schemas.microsoft.com/office/drawing/2014/main" id="{B582FB2A-C51D-65C1-0203-3A5AB4DB0F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46627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1" name="Bildplatzhalter 4">
            <a:extLst>
              <a:ext uri="{FF2B5EF4-FFF2-40B4-BE49-F238E27FC236}">
                <a16:creationId xmlns:a16="http://schemas.microsoft.com/office/drawing/2014/main" id="{18F14028-DA69-147A-C414-9146D8EAE5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43978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2" name="Bildplatzhalter 4">
            <a:extLst>
              <a:ext uri="{FF2B5EF4-FFF2-40B4-BE49-F238E27FC236}">
                <a16:creationId xmlns:a16="http://schemas.microsoft.com/office/drawing/2014/main" id="{3A11402F-1392-D5B0-DE17-2E270C800CA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36079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3" name="Bildplatzhalter 4">
            <a:extLst>
              <a:ext uri="{FF2B5EF4-FFF2-40B4-BE49-F238E27FC236}">
                <a16:creationId xmlns:a16="http://schemas.microsoft.com/office/drawing/2014/main" id="{92F84F7D-2669-46EA-F7E5-F5A3AE35C50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2900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4" name="Bildplatzhalter 4">
            <a:extLst>
              <a:ext uri="{FF2B5EF4-FFF2-40B4-BE49-F238E27FC236}">
                <a16:creationId xmlns:a16="http://schemas.microsoft.com/office/drawing/2014/main" id="{7F4B621D-593C-EF66-AAA8-260F24BB816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21933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5" name="Bildplatzhalter 4">
            <a:extLst>
              <a:ext uri="{FF2B5EF4-FFF2-40B4-BE49-F238E27FC236}">
                <a16:creationId xmlns:a16="http://schemas.microsoft.com/office/drawing/2014/main" id="{EAB29708-5948-93D3-1DAE-9AA4E5A03DC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14860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6" name="Bildplatzhalter 4">
            <a:extLst>
              <a:ext uri="{FF2B5EF4-FFF2-40B4-BE49-F238E27FC236}">
                <a16:creationId xmlns:a16="http://schemas.microsoft.com/office/drawing/2014/main" id="{6590CFDF-AA3F-86A0-462A-8B00EDC3ED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907787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7" name="Bildplatzhalter 4">
            <a:extLst>
              <a:ext uri="{FF2B5EF4-FFF2-40B4-BE49-F238E27FC236}">
                <a16:creationId xmlns:a16="http://schemas.microsoft.com/office/drawing/2014/main" id="{F8D57941-57A2-78B6-C142-19F25D64A5F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0071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8" name="Inhaltsplatzhalter 10">
            <a:extLst>
              <a:ext uri="{FF2B5EF4-FFF2-40B4-BE49-F238E27FC236}">
                <a16:creationId xmlns:a16="http://schemas.microsoft.com/office/drawing/2014/main" id="{84D95677-0114-3854-2A06-CDDFDD44077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6987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9" name="Inhaltsplatzhalter 10">
            <a:extLst>
              <a:ext uri="{FF2B5EF4-FFF2-40B4-BE49-F238E27FC236}">
                <a16:creationId xmlns:a16="http://schemas.microsoft.com/office/drawing/2014/main" id="{830824E2-E1B0-01AE-F199-E13B717EE78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97400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0" name="Inhaltsplatzhalter 10">
            <a:extLst>
              <a:ext uri="{FF2B5EF4-FFF2-40B4-BE49-F238E27FC236}">
                <a16:creationId xmlns:a16="http://schemas.microsoft.com/office/drawing/2014/main" id="{B661178F-E8BD-64EC-8DCE-B999B4D9EAB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667159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1" name="Inhaltsplatzhalter 10">
            <a:extLst>
              <a:ext uri="{FF2B5EF4-FFF2-40B4-BE49-F238E27FC236}">
                <a16:creationId xmlns:a16="http://schemas.microsoft.com/office/drawing/2014/main" id="{A0685B94-A30D-8020-BFC0-B77022CBDE9F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36031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2" name="Inhaltsplatzhalter 10">
            <a:extLst>
              <a:ext uri="{FF2B5EF4-FFF2-40B4-BE49-F238E27FC236}">
                <a16:creationId xmlns:a16="http://schemas.microsoft.com/office/drawing/2014/main" id="{7FB39B7C-36A1-9048-02BA-E03566F2EB1F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053471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3" name="Inhaltsplatzhalter 10">
            <a:extLst>
              <a:ext uri="{FF2B5EF4-FFF2-40B4-BE49-F238E27FC236}">
                <a16:creationId xmlns:a16="http://schemas.microsoft.com/office/drawing/2014/main" id="{15CACBB6-4692-7C6A-8251-BEBD135224A0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746627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4" name="Inhaltsplatzhalter 10">
            <a:extLst>
              <a:ext uri="{FF2B5EF4-FFF2-40B4-BE49-F238E27FC236}">
                <a16:creationId xmlns:a16="http://schemas.microsoft.com/office/drawing/2014/main" id="{BECB31F3-1FF3-7738-D3E5-314BB6A831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043978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5" name="Inhaltsplatzhalter 10">
            <a:extLst>
              <a:ext uri="{FF2B5EF4-FFF2-40B4-BE49-F238E27FC236}">
                <a16:creationId xmlns:a16="http://schemas.microsoft.com/office/drawing/2014/main" id="{62AF25DC-CA5E-4417-22E5-A964FF016F62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136079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6" name="Inhaltsplatzhalter 10">
            <a:extLst>
              <a:ext uri="{FF2B5EF4-FFF2-40B4-BE49-F238E27FC236}">
                <a16:creationId xmlns:a16="http://schemas.microsoft.com/office/drawing/2014/main" id="{90D56CD7-60EE-495F-ED4B-C31A87C45E84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82900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7" name="Inhaltsplatzhalter 10">
            <a:extLst>
              <a:ext uri="{FF2B5EF4-FFF2-40B4-BE49-F238E27FC236}">
                <a16:creationId xmlns:a16="http://schemas.microsoft.com/office/drawing/2014/main" id="{28B0CB76-6D72-3E2E-056B-27DB3947102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521933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8" name="Inhaltsplatzhalter 10">
            <a:extLst>
              <a:ext uri="{FF2B5EF4-FFF2-40B4-BE49-F238E27FC236}">
                <a16:creationId xmlns:a16="http://schemas.microsoft.com/office/drawing/2014/main" id="{57BA3158-F345-F5B5-83D3-6B1D5546CF2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6214860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9" name="Inhaltsplatzhalter 10">
            <a:extLst>
              <a:ext uri="{FF2B5EF4-FFF2-40B4-BE49-F238E27FC236}">
                <a16:creationId xmlns:a16="http://schemas.microsoft.com/office/drawing/2014/main" id="{FC40280B-F0D4-264E-C17E-3D2B98F5645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907787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0" name="Inhaltsplatzhalter 10">
            <a:extLst>
              <a:ext uri="{FF2B5EF4-FFF2-40B4-BE49-F238E27FC236}">
                <a16:creationId xmlns:a16="http://schemas.microsoft.com/office/drawing/2014/main" id="{4B3C570F-341A-24E7-0226-5D3A693E9D76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960071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5372604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C3F38FF-6BD6-2E4D-885F-B01A3E592270}" type="datetime1">
              <a:rPr lang="de-CH" noProof="0" smtClean="0"/>
              <a:t>04.10.2026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Jacobs Center for Productive Youth Development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773539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3EBFA33-E838-4FF1-1D0F-2B8F723A98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EDFDEC-7873-15BD-1B6F-5DAEB075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8398" y="6424761"/>
            <a:ext cx="1189348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E94BB3-5DEF-3540-9ACF-DB25351F298F}" type="datetime1">
              <a:rPr lang="de-CH" noProof="0" smtClean="0"/>
              <a:t>04.10.2026</a:t>
            </a:fld>
            <a:r>
              <a:rPr lang="en-GB" noProof="0"/>
              <a:t>    </a:t>
            </a:r>
            <a:r>
              <a:rPr lang="en-GB" noProof="0" dirty="0"/>
              <a:t>|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04195A-F200-70E1-095F-04D38F55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Jacobs Center for Productive Youth Development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3564CC-433E-0F7E-78ED-4CBD5802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3325" y="6424761"/>
            <a:ext cx="208800" cy="14401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3F26200-5089-80AE-C07E-2ADBBFCB862E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795B1871-CB5E-1539-590E-A27B00A5B3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372" y="6448574"/>
            <a:ext cx="1141200" cy="1368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 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F7249099-EAE8-15A9-5DD9-4B8BD6C11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27">
            <a:extLst>
              <a:ext uri="{FF2B5EF4-FFF2-40B4-BE49-F238E27FC236}">
                <a16:creationId xmlns:a16="http://schemas.microsoft.com/office/drawing/2014/main" id="{9EB74D43-ABA5-E11E-DD85-85CF51186C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0670" y="27276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Textplatzhalter 27">
            <a:extLst>
              <a:ext uri="{FF2B5EF4-FFF2-40B4-BE49-F238E27FC236}">
                <a16:creationId xmlns:a16="http://schemas.microsoft.com/office/drawing/2014/main" id="{048FC5CC-2121-56F3-C3F5-B5C874FFB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18265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1" name="Textplatzhalter 27">
            <a:extLst>
              <a:ext uri="{FF2B5EF4-FFF2-40B4-BE49-F238E27FC236}">
                <a16:creationId xmlns:a16="http://schemas.microsoft.com/office/drawing/2014/main" id="{BB0B7B4E-7C57-28E9-4CB9-B4570ABC59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0960" y="18217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4" name="Textplatzhalter 27">
            <a:extLst>
              <a:ext uri="{FF2B5EF4-FFF2-40B4-BE49-F238E27FC236}">
                <a16:creationId xmlns:a16="http://schemas.microsoft.com/office/drawing/2014/main" id="{A8FF8281-AD66-C77E-347B-07E4F503BA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273236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0" name="Textplatzhalter 27">
            <a:extLst>
              <a:ext uri="{FF2B5EF4-FFF2-40B4-BE49-F238E27FC236}">
                <a16:creationId xmlns:a16="http://schemas.microsoft.com/office/drawing/2014/main" id="{55EE194A-C397-2617-7780-D86A48CAE74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5974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DBF35E7F-D953-CAA9-3A99-15E4880E3A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2311" y="27420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692AC1F8-AB87-40B3-4118-64C6B6A63F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95128" y="460862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1" name="Textplatzhalter 27">
            <a:extLst>
              <a:ext uri="{FF2B5EF4-FFF2-40B4-BE49-F238E27FC236}">
                <a16:creationId xmlns:a16="http://schemas.microsoft.com/office/drawing/2014/main" id="{8B875A59-87E2-329A-FECC-BEA7FE43BA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2838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69DCED49-C168-77C0-6547-0CADBD71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3128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3" name="Textplatzhalter 27">
            <a:extLst>
              <a:ext uri="{FF2B5EF4-FFF2-40B4-BE49-F238E27FC236}">
                <a16:creationId xmlns:a16="http://schemas.microsoft.com/office/drawing/2014/main" id="{E691F604-DB24-E1B1-CD8D-23BFFC1444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264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4" name="Textplatzhalter 27">
            <a:extLst>
              <a:ext uri="{FF2B5EF4-FFF2-40B4-BE49-F238E27FC236}">
                <a16:creationId xmlns:a16="http://schemas.microsoft.com/office/drawing/2014/main" id="{48B584AC-71CB-16D8-E722-8AC5553FE59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2602" y="183617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5" name="Textplatzhalter 27">
            <a:extLst>
              <a:ext uri="{FF2B5EF4-FFF2-40B4-BE49-F238E27FC236}">
                <a16:creationId xmlns:a16="http://schemas.microsoft.com/office/drawing/2014/main" id="{64EFC00D-C82F-63F3-901A-E32AA5563D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95418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6" name="Textplatzhalter 27">
            <a:extLst>
              <a:ext uri="{FF2B5EF4-FFF2-40B4-BE49-F238E27FC236}">
                <a16:creationId xmlns:a16="http://schemas.microsoft.com/office/drawing/2014/main" id="{2F484B0C-2F5D-4A41-8BBA-C15A9F143E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50114" y="1831417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7" name="Textplatzhalter 27">
            <a:extLst>
              <a:ext uri="{FF2B5EF4-FFF2-40B4-BE49-F238E27FC236}">
                <a16:creationId xmlns:a16="http://schemas.microsoft.com/office/drawing/2014/main" id="{4885B59F-449F-B852-F442-3B1C68A2AA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9824" y="273724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8" name="Textplatzhalter 27">
            <a:extLst>
              <a:ext uri="{FF2B5EF4-FFF2-40B4-BE49-F238E27FC236}">
                <a16:creationId xmlns:a16="http://schemas.microsoft.com/office/drawing/2014/main" id="{AA5DC075-9286-B8C4-CD9F-B561C39392C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282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9" name="Textplatzhalter 27">
            <a:extLst>
              <a:ext uri="{FF2B5EF4-FFF2-40B4-BE49-F238E27FC236}">
                <a16:creationId xmlns:a16="http://schemas.microsoft.com/office/drawing/2014/main" id="{2B7C5942-88D4-4AE4-D493-E6EB256531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51992" y="460862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0939606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7980-7E2D-424C-BE4D-3653411C56B7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AAED8CC9-45E8-1A12-FE4B-99B48514CF4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31317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0E65F99-D41E-97A8-5B90-921DFF4F75C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91174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2B30555-3BA5-1953-D982-C69CB839D8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1032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B4DAEC7F-9097-CC65-18FC-ABDF8656180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151031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99A24F7-6F45-D408-172F-9FCB5D02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91174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F564AFF4-7AFB-5D44-CE32-7B8A59C9117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231317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1460" y="1371600"/>
            <a:ext cx="2775600" cy="1716981"/>
          </a:xfrm>
        </p:spPr>
        <p:txBody>
          <a:bodyPr/>
          <a:lstStyle>
            <a:lvl1pPr>
              <a:tabLst>
                <a:tab pos="1704975" algn="l"/>
              </a:tabLst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3E32DEA9-77CE-B434-4A3D-3AAB04FD78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000" y="6019388"/>
            <a:ext cx="5736917" cy="205200"/>
          </a:xfrm>
        </p:spPr>
        <p:txBody>
          <a:bodyPr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2220080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D43BB-2FCA-7E47-B760-22C9BE65041C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0582" y="2700000"/>
            <a:ext cx="2778003" cy="3524588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Contact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08ED976-BD70-59ED-B970-3FA256DEEE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DADD2F24-DA82-E6C1-DFC7-E7D6DA1F104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276512" y="1389564"/>
            <a:ext cx="856800" cy="856800"/>
          </a:xfrm>
        </p:spPr>
        <p:txBody>
          <a:bodyPr anchor="ctr"/>
          <a:lstStyle>
            <a:lvl1pPr algn="ctr">
              <a:tabLst>
                <a:tab pos="1704975" algn="l"/>
              </a:tabLst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QR-Code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8FD34BD-5602-5735-423C-351E3E46BFED}"/>
              </a:ext>
            </a:extLst>
          </p:cNvPr>
          <p:cNvCxnSpPr>
            <a:cxnSpLocks/>
          </p:cNvCxnSpPr>
          <p:nvPr userDrawn="1"/>
        </p:nvCxnSpPr>
        <p:spPr>
          <a:xfrm>
            <a:off x="270582" y="2492896"/>
            <a:ext cx="27780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5847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6360-64D3-8E4A-A396-48E7F0D772E5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0356E-616A-7B46-847F-A6E51CC61668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2276" y="6424761"/>
            <a:ext cx="1906724" cy="144016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71463" y="244800"/>
            <a:ext cx="11650662" cy="6259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71461" y="870744"/>
            <a:ext cx="11650663" cy="5353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287000" y="6424761"/>
            <a:ext cx="1189348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 b="1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C7EFFD2-C201-BE49-86C9-82B621D7116D}" type="datetime1">
              <a:rPr lang="de-CH" smtClean="0"/>
              <a:pPr/>
              <a:t>04.10.2026</a:t>
            </a:fld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582400" y="6424761"/>
            <a:ext cx="339724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42AD375-037F-43D0-B059-5172DA06796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28D97A1-67D4-8BCE-2C75-BEA0093CDA16}"/>
              </a:ext>
            </a:extLst>
          </p:cNvPr>
          <p:cNvSpPr txBox="1"/>
          <p:nvPr userDrawn="1"/>
        </p:nvSpPr>
        <p:spPr>
          <a:xfrm>
            <a:off x="306769" y="6424761"/>
            <a:ext cx="2512631" cy="150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 b="1" u="none" strike="noStrike" dirty="0">
                <a:solidFill>
                  <a:srgbClr val="0D409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 Innovation in Life </a:t>
            </a:r>
            <a:r>
              <a:rPr lang="de-DE" sz="1000" b="1" u="none" strike="noStrike" dirty="0" err="1">
                <a:solidFill>
                  <a:srgbClr val="0D409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Sciences</a:t>
            </a:r>
            <a:endParaRPr lang="de-DE" sz="1000" b="1" u="none" dirty="0">
              <a:solidFill>
                <a:srgbClr val="0D409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7B29EB8-D7DC-4128-6431-E45C30786CE8}"/>
              </a:ext>
            </a:extLst>
          </p:cNvPr>
          <p:cNvCxnSpPr>
            <a:cxnSpLocks/>
          </p:cNvCxnSpPr>
          <p:nvPr userDrawn="1"/>
        </p:nvCxnSpPr>
        <p:spPr>
          <a:xfrm>
            <a:off x="2362200" y="6448574"/>
            <a:ext cx="0" cy="129600"/>
          </a:xfrm>
          <a:prstGeom prst="line">
            <a:avLst/>
          </a:prstGeom>
          <a:ln w="6350">
            <a:solidFill>
              <a:srgbClr val="0D40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DB22F425-F7A8-E949-80D5-493FD1128E72}"/>
              </a:ext>
            </a:extLst>
          </p:cNvPr>
          <p:cNvSpPr txBox="1"/>
          <p:nvPr userDrawn="1"/>
        </p:nvSpPr>
        <p:spPr>
          <a:xfrm>
            <a:off x="2440812" y="6424761"/>
            <a:ext cx="2780094" cy="150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 b="1" noProof="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Science Hack 2026</a:t>
            </a:r>
          </a:p>
        </p:txBody>
      </p:sp>
      <p:cxnSp>
        <p:nvCxnSpPr>
          <p:cNvPr id="20" name="Gerader Verbinder 12">
            <a:extLst>
              <a:ext uri="{FF2B5EF4-FFF2-40B4-BE49-F238E27FC236}">
                <a16:creationId xmlns:a16="http://schemas.microsoft.com/office/drawing/2014/main" id="{F6678EF3-AB77-6347-B78F-A04C99D5AF88}"/>
              </a:ext>
            </a:extLst>
          </p:cNvPr>
          <p:cNvCxnSpPr>
            <a:cxnSpLocks/>
          </p:cNvCxnSpPr>
          <p:nvPr userDrawn="1"/>
        </p:nvCxnSpPr>
        <p:spPr>
          <a:xfrm>
            <a:off x="3962400" y="6448574"/>
            <a:ext cx="0" cy="129600"/>
          </a:xfrm>
          <a:prstGeom prst="line">
            <a:avLst/>
          </a:prstGeom>
          <a:ln w="6350">
            <a:solidFill>
              <a:srgbClr val="0D40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660605E5-E343-5246-AAB7-3DA50DD0B184}"/>
              </a:ext>
            </a:extLst>
          </p:cNvPr>
          <p:cNvSpPr txBox="1"/>
          <p:nvPr userDrawn="1"/>
        </p:nvSpPr>
        <p:spPr>
          <a:xfrm>
            <a:off x="4077906" y="6426269"/>
            <a:ext cx="2018094" cy="150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 b="1" noProof="0" dirty="0" err="1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Socorex</a:t>
            </a:r>
            <a:endParaRPr lang="en-GB" sz="1000" b="1" noProof="0" dirty="0">
              <a:solidFill>
                <a:srgbClr val="0D40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8" r:id="rId2"/>
    <p:sldLayoutId id="2147483667" r:id="rId3"/>
    <p:sldLayoutId id="2147483683" r:id="rId4"/>
    <p:sldLayoutId id="2147483696" r:id="rId5"/>
    <p:sldLayoutId id="2147483695" r:id="rId6"/>
    <p:sldLayoutId id="2147483659" r:id="rId7"/>
    <p:sldLayoutId id="2147483669" r:id="rId8"/>
    <p:sldLayoutId id="2147483661" r:id="rId9"/>
    <p:sldLayoutId id="2147483674" r:id="rId10"/>
    <p:sldLayoutId id="2147483697" r:id="rId11"/>
    <p:sldLayoutId id="2147483675" r:id="rId12"/>
    <p:sldLayoutId id="2147483698" r:id="rId13"/>
    <p:sldLayoutId id="2147483671" r:id="rId14"/>
    <p:sldLayoutId id="2147483682" r:id="rId15"/>
    <p:sldLayoutId id="2147483684" r:id="rId16"/>
    <p:sldLayoutId id="2147483677" r:id="rId17"/>
    <p:sldLayoutId id="2147483672" r:id="rId18"/>
    <p:sldLayoutId id="2147483679" r:id="rId19"/>
    <p:sldLayoutId id="2147483685" r:id="rId20"/>
    <p:sldLayoutId id="2147483680" r:id="rId21"/>
    <p:sldLayoutId id="2147483681" r:id="rId22"/>
    <p:sldLayoutId id="2147483686" r:id="rId23"/>
    <p:sldLayoutId id="2147483687" r:id="rId24"/>
    <p:sldLayoutId id="2147483691" r:id="rId25"/>
    <p:sldLayoutId id="2147483690" r:id="rId26"/>
    <p:sldLayoutId id="2147483699" r:id="rId27"/>
    <p:sldLayoutId id="2147483688" r:id="rId28"/>
    <p:sldLayoutId id="2147483692" r:id="rId29"/>
    <p:sldLayoutId id="2147483670" r:id="rId30"/>
    <p:sldLayoutId id="2147483700" r:id="rId31"/>
    <p:sldLayoutId id="2147483678" r:id="rId32"/>
    <p:sldLayoutId id="2147483693" r:id="rId33"/>
    <p:sldLayoutId id="2147483663" r:id="rId34"/>
    <p:sldLayoutId id="2147483664" r:id="rId35"/>
  </p:sldLayoutIdLst>
  <p:hf hdr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sz="24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3000"/>
        </a:lnSpc>
        <a:spcBef>
          <a:spcPts val="0"/>
        </a:spcBef>
        <a:buFont typeface="+mj-lt"/>
        <a:buNone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226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8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90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522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98000"/>
        </a:lnSpc>
        <a:spcBef>
          <a:spcPts val="0"/>
        </a:spcBef>
        <a:buFont typeface="+mj-lt"/>
        <a:buNone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74625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5738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A4A3A4"/>
          </p15:clr>
        </p15:guide>
        <p15:guide id="2" pos="7510" userDrawn="1">
          <p15:clr>
            <a:srgbClr val="A4A3A4"/>
          </p15:clr>
        </p15:guide>
        <p15:guide id="3" orient="horz" pos="3936" userDrawn="1">
          <p15:clr>
            <a:srgbClr val="A4A3A4"/>
          </p15:clr>
        </p15:guide>
        <p15:guide id="4" orient="horz" pos="546" userDrawn="1">
          <p15:clr>
            <a:srgbClr val="A4A3A4"/>
          </p15:clr>
        </p15:guide>
        <p15:guide id="6" orient="horz" pos="17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F5022F5-AEBE-2194-6633-0F54ED8A2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3C77-4D6B-C445-8141-45FB77FBE3FE}" type="datetime1">
              <a:rPr lang="de-CH" noProof="0" smtClean="0"/>
              <a:t>04.10.2026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4C9E6F-240A-85A9-A2E0-891FD4791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Jacobs Center for Productive Youth Development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F1B515-302E-478C-D1D0-A4605DE7C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/>
              <a:t> </a:t>
            </a:r>
            <a:endParaRPr lang="en-GB" noProof="0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E1323CC7-7DF7-A240-BC35-2203DFB21A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1981200"/>
            <a:ext cx="19294691" cy="3845055"/>
          </a:xfrm>
          <a:noFill/>
        </p:spPr>
        <p:txBody>
          <a:bodyPr/>
          <a:lstStyle/>
          <a:p>
            <a:r>
              <a:rPr lang="en-US" sz="8000" dirty="0" err="1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Socorex</a:t>
            </a:r>
            <a:r>
              <a:rPr lang="en-US" sz="800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Care Guide</a:t>
            </a:r>
          </a:p>
          <a:p>
            <a:endParaRPr lang="de-DE" sz="1400" b="0" dirty="0">
              <a:solidFill>
                <a:srgbClr val="0D40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1400" b="0" dirty="0">
              <a:solidFill>
                <a:srgbClr val="0D40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b="0" dirty="0" err="1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OpSciHack</a:t>
            </a:r>
            <a:r>
              <a:rPr lang="de-DE" b="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2026</a:t>
            </a:r>
            <a:endParaRPr lang="de-DE" dirty="0">
              <a:solidFill>
                <a:srgbClr val="0D40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de-DE" b="0" dirty="0">
              <a:solidFill>
                <a:srgbClr val="0D40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b="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Andrey </a:t>
            </a:r>
            <a:r>
              <a:rPr lang="de-DE" b="0" dirty="0" err="1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Sinyavskiy</a:t>
            </a:r>
            <a:endParaRPr lang="de-DE" b="0" dirty="0">
              <a:solidFill>
                <a:srgbClr val="0D40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GB" sz="3000" noProof="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Sara Kadesch</a:t>
            </a:r>
          </a:p>
        </p:txBody>
      </p:sp>
    </p:spTree>
    <p:extLst>
      <p:ext uri="{BB962C8B-B14F-4D97-AF65-F5344CB8AC3E}">
        <p14:creationId xmlns:p14="http://schemas.microsoft.com/office/powerpoint/2010/main" val="3702509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B64101-747A-FDF3-6216-556138BE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of Contents</a:t>
            </a:r>
            <a:br>
              <a:rPr lang="en-GB" dirty="0"/>
            </a:b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8B8A1A-625F-F704-C74E-FA936EF6B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875" y="1440979"/>
            <a:ext cx="11650663" cy="4731221"/>
          </a:xfrm>
        </p:spPr>
        <p:txBody>
          <a:bodyPr/>
          <a:lstStyle/>
          <a:p>
            <a:r>
              <a:rPr lang="de-DE" sz="3600" b="1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de-DE" sz="360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Problem Understanding &amp; </a:t>
            </a:r>
            <a:r>
              <a:rPr lang="de-DE" sz="3600" dirty="0" err="1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Relevance</a:t>
            </a:r>
            <a:endParaRPr lang="de-DE" sz="3600" dirty="0">
              <a:solidFill>
                <a:srgbClr val="0D40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000" dirty="0">
              <a:solidFill>
                <a:srgbClr val="0D40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3600" b="1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de-DE" sz="360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Solution &amp; Innovation</a:t>
            </a:r>
          </a:p>
          <a:p>
            <a:endParaRPr lang="en-GB" sz="2000" dirty="0">
              <a:solidFill>
                <a:srgbClr val="0D40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3600" b="1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de-DE" sz="360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de-DE" sz="3600" dirty="0" err="1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Sustainability</a:t>
            </a:r>
            <a:r>
              <a:rPr lang="de-DE" sz="360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Research Efficiency</a:t>
            </a:r>
          </a:p>
          <a:p>
            <a:endParaRPr lang="de-DE" sz="2000" dirty="0">
              <a:solidFill>
                <a:srgbClr val="0D40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3600" b="1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de-DE" sz="360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de-DE" sz="3600" dirty="0" err="1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Feasibility</a:t>
            </a:r>
            <a:r>
              <a:rPr lang="de-DE" sz="360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Usability</a:t>
            </a:r>
          </a:p>
          <a:p>
            <a:endParaRPr lang="de-DE" sz="2000" dirty="0">
              <a:solidFill>
                <a:srgbClr val="0D40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3600" b="1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de-DE" sz="360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Limitation &amp; </a:t>
            </a:r>
            <a:r>
              <a:rPr lang="de-DE" sz="3600" dirty="0" err="1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</a:t>
            </a:r>
            <a:r>
              <a:rPr lang="de-DE" sz="360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600" dirty="0" err="1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Steps</a:t>
            </a:r>
            <a:endParaRPr lang="en-GB" sz="3600" dirty="0">
              <a:solidFill>
                <a:srgbClr val="0D40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BDE1E0-A9F7-D069-E306-9A6922DB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DC480-48EE-4C4C-9610-5A765BBD4404}" type="datetime1">
              <a:rPr lang="en-GB" smtClean="0"/>
              <a:t>04/10/2026</a:t>
            </a:fld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C99E1E-111F-88ED-C5C0-6A47829C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2</a:t>
            </a:fld>
            <a:endParaRPr lang="en-GB" dirty="0"/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811F214A-D587-FF4C-9675-5DAE6D1BBC3A}"/>
              </a:ext>
            </a:extLst>
          </p:cNvPr>
          <p:cNvCxnSpPr>
            <a:cxnSpLocks/>
          </p:cNvCxnSpPr>
          <p:nvPr/>
        </p:nvCxnSpPr>
        <p:spPr>
          <a:xfrm>
            <a:off x="269875" y="1971677"/>
            <a:ext cx="841692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17AD576F-CD1A-EB4B-A448-28A4CBDEA289}"/>
              </a:ext>
            </a:extLst>
          </p:cNvPr>
          <p:cNvCxnSpPr>
            <a:cxnSpLocks/>
          </p:cNvCxnSpPr>
          <p:nvPr/>
        </p:nvCxnSpPr>
        <p:spPr>
          <a:xfrm>
            <a:off x="269875" y="2838451"/>
            <a:ext cx="841692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6294A5B4-6E10-4D42-B2FD-F411DB8C0FBE}"/>
              </a:ext>
            </a:extLst>
          </p:cNvPr>
          <p:cNvCxnSpPr>
            <a:cxnSpLocks/>
          </p:cNvCxnSpPr>
          <p:nvPr/>
        </p:nvCxnSpPr>
        <p:spPr>
          <a:xfrm>
            <a:off x="269875" y="3733800"/>
            <a:ext cx="841692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87481A0C-4E5F-E344-874B-1F5A387253A4}"/>
              </a:ext>
            </a:extLst>
          </p:cNvPr>
          <p:cNvCxnSpPr>
            <a:cxnSpLocks/>
          </p:cNvCxnSpPr>
          <p:nvPr/>
        </p:nvCxnSpPr>
        <p:spPr>
          <a:xfrm>
            <a:off x="269875" y="4600575"/>
            <a:ext cx="841692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5734A098-A8B3-CE4A-A8F2-4187B489BD46}"/>
              </a:ext>
            </a:extLst>
          </p:cNvPr>
          <p:cNvCxnSpPr>
            <a:cxnSpLocks/>
          </p:cNvCxnSpPr>
          <p:nvPr/>
        </p:nvCxnSpPr>
        <p:spPr>
          <a:xfrm>
            <a:off x="269875" y="5486400"/>
            <a:ext cx="841692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42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BDE1E0-A9F7-D069-E306-9A6922DB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DC480-48EE-4C4C-9610-5A765BBD4404}" type="datetime1">
              <a:rPr lang="en-GB" smtClean="0"/>
              <a:t>04/10/2026</a:t>
            </a:fld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C99E1E-111F-88ED-C5C0-6A47829C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B6E89C0-83F8-194C-9D08-7A52083FF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00" y="244800"/>
            <a:ext cx="11650662" cy="625944"/>
          </a:xfrm>
        </p:spPr>
        <p:txBody>
          <a:bodyPr/>
          <a:lstStyle/>
          <a:p>
            <a:r>
              <a:rPr lang="de-DE" sz="360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Understanding &amp; </a:t>
            </a:r>
            <a:r>
              <a:rPr lang="de-DE" sz="3600" dirty="0" err="1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Relevance</a:t>
            </a:r>
            <a:endParaRPr lang="de-DE" sz="3600" dirty="0">
              <a:solidFill>
                <a:srgbClr val="0D40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C1200233-EE20-8748-922E-C578F094A785}"/>
              </a:ext>
            </a:extLst>
          </p:cNvPr>
          <p:cNvCxnSpPr>
            <a:cxnSpLocks/>
          </p:cNvCxnSpPr>
          <p:nvPr/>
        </p:nvCxnSpPr>
        <p:spPr>
          <a:xfrm>
            <a:off x="273600" y="861371"/>
            <a:ext cx="11648525" cy="9373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9DD81FB6-486F-CA49-9DD4-BA4A6BA847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42590"/>
            <a:ext cx="1365011" cy="4944533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849CAE93-799E-9F42-8895-FE9CB5BE362F}"/>
              </a:ext>
            </a:extLst>
          </p:cNvPr>
          <p:cNvSpPr txBox="1"/>
          <p:nvPr/>
        </p:nvSpPr>
        <p:spPr>
          <a:xfrm>
            <a:off x="2743200" y="1443236"/>
            <a:ext cx="8534400" cy="43432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36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  <a:r>
              <a:rPr lang="de-DE" sz="36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6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de-DE" sz="36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6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36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6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maintenance</a:t>
            </a:r>
            <a:r>
              <a:rPr lang="de-DE" sz="36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6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de-DE" sz="36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6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calibration</a:t>
            </a:r>
            <a:r>
              <a:rPr lang="de-DE" sz="36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6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guidance</a:t>
            </a:r>
            <a:r>
              <a:rPr lang="de-DE" sz="36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6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de-DE" sz="36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6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redesigned</a:t>
            </a:r>
            <a:r>
              <a:rPr lang="de-DE" sz="36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6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sz="36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endParaRPr lang="de-DE" sz="3600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de-DE" sz="36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</a:t>
            </a:r>
            <a:r>
              <a:rPr lang="de-DE" sz="36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6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de-DE" sz="36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6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uncertainty</a:t>
            </a:r>
            <a:r>
              <a:rPr lang="de-DE" sz="36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6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de-DE" sz="36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de-DE" sz="36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practical</a:t>
            </a:r>
            <a:r>
              <a:rPr lang="de-DE" sz="36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6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difficulties</a:t>
            </a:r>
            <a:r>
              <a:rPr lang="de-DE" sz="36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buAutoNum type="arabicPeriod"/>
            </a:pPr>
            <a:endParaRPr lang="de-DE" sz="3600" b="1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de-DE" sz="36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</a:t>
            </a:r>
            <a:r>
              <a:rPr lang="de-DE" sz="36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6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user-</a:t>
            </a:r>
            <a:r>
              <a:rPr lang="de-DE" sz="36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friendliness</a:t>
            </a:r>
            <a:r>
              <a:rPr lang="de-DE" sz="36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6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de-DE" sz="36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6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accessibility</a:t>
            </a:r>
            <a:endParaRPr lang="de-DE" sz="3600" b="1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88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BDE1E0-A9F7-D069-E306-9A6922DB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DC480-48EE-4C4C-9610-5A765BBD4404}" type="datetime1">
              <a:rPr lang="en-GB" smtClean="0"/>
              <a:t>04/10/2026</a:t>
            </a:fld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C99E1E-111F-88ED-C5C0-6A47829C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B6E89C0-83F8-194C-9D08-7A52083FF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00" y="244800"/>
            <a:ext cx="11650662" cy="625944"/>
          </a:xfrm>
        </p:spPr>
        <p:txBody>
          <a:bodyPr/>
          <a:lstStyle/>
          <a:p>
            <a:r>
              <a:rPr lang="de-DE" sz="360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Understanding &amp; </a:t>
            </a:r>
            <a:r>
              <a:rPr lang="de-DE" sz="3600" dirty="0" err="1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Relevance</a:t>
            </a:r>
            <a:endParaRPr lang="de-DE" sz="3600" dirty="0">
              <a:solidFill>
                <a:srgbClr val="0D40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C1200233-EE20-8748-922E-C578F094A785}"/>
              </a:ext>
            </a:extLst>
          </p:cNvPr>
          <p:cNvCxnSpPr>
            <a:cxnSpLocks/>
          </p:cNvCxnSpPr>
          <p:nvPr/>
        </p:nvCxnSpPr>
        <p:spPr>
          <a:xfrm>
            <a:off x="273600" y="861371"/>
            <a:ext cx="11648525" cy="9373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66FD89D6-C73F-004C-8913-7F30ED94DF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024890"/>
            <a:ext cx="5030814" cy="5012008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7F17B7D5-C401-B04C-8B1C-6644A3775C70}"/>
              </a:ext>
            </a:extLst>
          </p:cNvPr>
          <p:cNvSpPr txBox="1"/>
          <p:nvPr/>
        </p:nvSpPr>
        <p:spPr>
          <a:xfrm>
            <a:off x="4953000" y="4114800"/>
            <a:ext cx="1981200" cy="2412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b="1" dirty="0" err="1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Acura</a:t>
            </a:r>
            <a:r>
              <a:rPr lang="de-DE" b="1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Manual 825 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2FAEE9EC-846F-D44A-8747-0CEDA420C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976" y="1122210"/>
            <a:ext cx="7120862" cy="712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32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BDE1E0-A9F7-D069-E306-9A6922DB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DC480-48EE-4C4C-9610-5A765BBD4404}" type="datetime1">
              <a:rPr lang="en-GB" smtClean="0"/>
              <a:t>04/10/2026</a:t>
            </a:fld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C99E1E-111F-88ED-C5C0-6A47829C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B6E89C0-83F8-194C-9D08-7A52083FF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00" y="244800"/>
            <a:ext cx="11650662" cy="625944"/>
          </a:xfrm>
        </p:spPr>
        <p:txBody>
          <a:bodyPr/>
          <a:lstStyle/>
          <a:p>
            <a:r>
              <a:rPr lang="de-DE" sz="360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Understanding &amp; </a:t>
            </a:r>
            <a:r>
              <a:rPr lang="de-DE" sz="3600" dirty="0" err="1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Relevance</a:t>
            </a:r>
            <a:endParaRPr lang="de-DE" sz="3600" dirty="0">
              <a:solidFill>
                <a:srgbClr val="0D40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C1200233-EE20-8748-922E-C578F094A785}"/>
              </a:ext>
            </a:extLst>
          </p:cNvPr>
          <p:cNvCxnSpPr>
            <a:cxnSpLocks/>
          </p:cNvCxnSpPr>
          <p:nvPr/>
        </p:nvCxnSpPr>
        <p:spPr>
          <a:xfrm>
            <a:off x="273600" y="861371"/>
            <a:ext cx="11648525" cy="9373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2">
            <a:extLst>
              <a:ext uri="{FF2B5EF4-FFF2-40B4-BE49-F238E27FC236}">
                <a16:creationId xmlns:a16="http://schemas.microsoft.com/office/drawing/2014/main" id="{509581A0-909C-8B49-B5D6-AC1D4ADB1096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524000" y="4089417"/>
            <a:ext cx="88392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BF995C66-48D9-5F4B-8496-0E4EDE121E55}"/>
              </a:ext>
            </a:extLst>
          </p:cNvPr>
          <p:cNvSpPr/>
          <p:nvPr/>
        </p:nvSpPr>
        <p:spPr>
          <a:xfrm>
            <a:off x="1524000" y="3860817"/>
            <a:ext cx="457200" cy="457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B658F73-86D5-9549-B19C-5DA6FF1D87DB}"/>
              </a:ext>
            </a:extLst>
          </p:cNvPr>
          <p:cNvSpPr/>
          <p:nvPr/>
        </p:nvSpPr>
        <p:spPr>
          <a:xfrm>
            <a:off x="7162800" y="3860817"/>
            <a:ext cx="457200" cy="457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50BC7-62E6-F146-982D-9B7747BD3A0C}"/>
              </a:ext>
            </a:extLst>
          </p:cNvPr>
          <p:cNvSpPr/>
          <p:nvPr/>
        </p:nvSpPr>
        <p:spPr>
          <a:xfrm>
            <a:off x="4267200" y="3860817"/>
            <a:ext cx="457200" cy="457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215ABC6-979B-3F46-B9E2-4590BB2A0314}"/>
              </a:ext>
            </a:extLst>
          </p:cNvPr>
          <p:cNvSpPr txBox="1"/>
          <p:nvPr/>
        </p:nvSpPr>
        <p:spPr>
          <a:xfrm>
            <a:off x="723900" y="2902242"/>
            <a:ext cx="2057400" cy="9652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Analyse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Acura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Manual 825</a:t>
            </a:r>
          </a:p>
          <a:p>
            <a:endParaRPr lang="de-DE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5D8BA1C-A658-404E-9F79-2806F317AFAF}"/>
              </a:ext>
            </a:extLst>
          </p:cNvPr>
          <p:cNvSpPr txBox="1"/>
          <p:nvPr/>
        </p:nvSpPr>
        <p:spPr>
          <a:xfrm>
            <a:off x="5753100" y="2689916"/>
            <a:ext cx="3276600" cy="10858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usability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issues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 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gaps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points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uncertainty</a:t>
            </a:r>
            <a:endParaRPr lang="de-DE" sz="2400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047AD43-69AE-AC40-8116-7AEE5D4D503B}"/>
              </a:ext>
            </a:extLst>
          </p:cNvPr>
          <p:cNvSpPr txBox="1"/>
          <p:nvPr/>
        </p:nvSpPr>
        <p:spPr>
          <a:xfrm>
            <a:off x="269875" y="1035433"/>
            <a:ext cx="1060227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r>
              <a:rPr lang="de-DE" dirty="0"/>
              <a:t> 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9F29520-E36D-4542-B735-AC50CA2E9F59}"/>
              </a:ext>
            </a:extLst>
          </p:cNvPr>
          <p:cNvSpPr txBox="1"/>
          <p:nvPr/>
        </p:nvSpPr>
        <p:spPr>
          <a:xfrm>
            <a:off x="2743200" y="4546617"/>
            <a:ext cx="3505200" cy="10858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Mapped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journey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website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YouTube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F9299-3627-984A-BF0A-3AB45CC58AA7}"/>
              </a:ext>
            </a:extLst>
          </p:cNvPr>
          <p:cNvSpPr/>
          <p:nvPr/>
        </p:nvSpPr>
        <p:spPr>
          <a:xfrm>
            <a:off x="10210800" y="3860817"/>
            <a:ext cx="457200" cy="457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39CC0AA-B800-4C43-B30E-F7B68AF22305}"/>
              </a:ext>
            </a:extLst>
          </p:cNvPr>
          <p:cNvSpPr txBox="1"/>
          <p:nvPr/>
        </p:nvSpPr>
        <p:spPr>
          <a:xfrm>
            <a:off x="9029700" y="4507045"/>
            <a:ext cx="2781300" cy="6032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Socorex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Care Guide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6816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BDE1E0-A9F7-D069-E306-9A6922DB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DC480-48EE-4C4C-9610-5A765BBD4404}" type="datetime1">
              <a:rPr lang="en-GB" smtClean="0"/>
              <a:t>04/10/2026</a:t>
            </a:fld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C99E1E-111F-88ED-C5C0-6A47829C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B6E89C0-83F8-194C-9D08-7A52083FF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00" y="244800"/>
            <a:ext cx="11650662" cy="625944"/>
          </a:xfrm>
        </p:spPr>
        <p:txBody>
          <a:bodyPr/>
          <a:lstStyle/>
          <a:p>
            <a:r>
              <a:rPr lang="de-DE" sz="360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&amp; Innovation</a:t>
            </a:r>
            <a:br>
              <a:rPr lang="de-DE" sz="360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3600" dirty="0">
              <a:solidFill>
                <a:srgbClr val="0D40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C1200233-EE20-8748-922E-C578F094A785}"/>
              </a:ext>
            </a:extLst>
          </p:cNvPr>
          <p:cNvCxnSpPr>
            <a:cxnSpLocks/>
          </p:cNvCxnSpPr>
          <p:nvPr/>
        </p:nvCxnSpPr>
        <p:spPr>
          <a:xfrm>
            <a:off x="273600" y="861371"/>
            <a:ext cx="11648525" cy="9373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>
            <a:extLst>
              <a:ext uri="{FF2B5EF4-FFF2-40B4-BE49-F238E27FC236}">
                <a16:creationId xmlns:a16="http://schemas.microsoft.com/office/drawing/2014/main" id="{203DD050-00C4-2F4C-A2F5-C5F6C440E2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50"/>
          <a:stretch/>
        </p:blipFill>
        <p:spPr>
          <a:xfrm>
            <a:off x="4688361" y="3866581"/>
            <a:ext cx="2815278" cy="237559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1611F0C1-5DD3-7749-9CD0-C4E94D556D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546556"/>
            <a:ext cx="3591251" cy="1015640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C2ABB0A4-F5A2-8041-89D4-0C0237904BEB}"/>
              </a:ext>
            </a:extLst>
          </p:cNvPr>
          <p:cNvSpPr txBox="1"/>
          <p:nvPr/>
        </p:nvSpPr>
        <p:spPr>
          <a:xfrm>
            <a:off x="289641" y="1038699"/>
            <a:ext cx="5867400" cy="3619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Guided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Path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Page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Need 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4B9D22D1-34CB-AE48-A227-0647C4384852}"/>
              </a:ext>
            </a:extLst>
          </p:cNvPr>
          <p:cNvSpPr txBox="1"/>
          <p:nvPr/>
        </p:nvSpPr>
        <p:spPr>
          <a:xfrm>
            <a:off x="849040" y="2078925"/>
            <a:ext cx="2374193" cy="10858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</a:p>
          <a:p>
            <a:pPr algn="ctr"/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encounters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issue</a:t>
            </a:r>
            <a:endParaRPr lang="de-DE" sz="2400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Pfeil nach rechts 31">
            <a:extLst>
              <a:ext uri="{FF2B5EF4-FFF2-40B4-BE49-F238E27FC236}">
                <a16:creationId xmlns:a16="http://schemas.microsoft.com/office/drawing/2014/main" id="{03F12334-7828-EA44-9F7A-521AF4C6BF03}"/>
              </a:ext>
            </a:extLst>
          </p:cNvPr>
          <p:cNvSpPr/>
          <p:nvPr/>
        </p:nvSpPr>
        <p:spPr>
          <a:xfrm>
            <a:off x="3657600" y="2176407"/>
            <a:ext cx="914400" cy="871593"/>
          </a:xfrm>
          <a:prstGeom prst="rightArrow">
            <a:avLst/>
          </a:prstGeom>
          <a:solidFill>
            <a:srgbClr val="0C3F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B78CB43A-6F47-9140-B0AA-A5672AB34CD0}"/>
              </a:ext>
            </a:extLst>
          </p:cNvPr>
          <p:cNvSpPr txBox="1"/>
          <p:nvPr/>
        </p:nvSpPr>
        <p:spPr>
          <a:xfrm>
            <a:off x="5027338" y="2083946"/>
            <a:ext cx="2209800" cy="7239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</a:p>
          <a:p>
            <a:pPr algn="ctr"/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Guided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Q&amp;A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C5E36E88-578B-B64B-BAE5-9F92D6A32604}"/>
              </a:ext>
            </a:extLst>
          </p:cNvPr>
          <p:cNvSpPr txBox="1"/>
          <p:nvPr/>
        </p:nvSpPr>
        <p:spPr>
          <a:xfrm>
            <a:off x="8763000" y="1828800"/>
            <a:ext cx="2736912" cy="1447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</a:p>
          <a:p>
            <a:pPr algn="ctr"/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Targeted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instructions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  <a:endParaRPr lang="de-DE" sz="2400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Grafik 36">
            <a:extLst>
              <a:ext uri="{FF2B5EF4-FFF2-40B4-BE49-F238E27FC236}">
                <a16:creationId xmlns:a16="http://schemas.microsoft.com/office/drawing/2014/main" id="{21F18335-772E-D84C-B1E0-96BA4A07DE0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3550" y="3758180"/>
            <a:ext cx="1555812" cy="2222589"/>
          </a:xfrm>
          <a:prstGeom prst="rect">
            <a:avLst/>
          </a:prstGeom>
        </p:spPr>
      </p:pic>
      <p:sp>
        <p:nvSpPr>
          <p:cNvPr id="39" name="Abgerundetes Rechteck 38">
            <a:extLst>
              <a:ext uri="{FF2B5EF4-FFF2-40B4-BE49-F238E27FC236}">
                <a16:creationId xmlns:a16="http://schemas.microsoft.com/office/drawing/2014/main" id="{B2E9AC24-5ABA-F647-94EF-576F78676509}"/>
              </a:ext>
            </a:extLst>
          </p:cNvPr>
          <p:cNvSpPr/>
          <p:nvPr/>
        </p:nvSpPr>
        <p:spPr>
          <a:xfrm>
            <a:off x="664537" y="1720475"/>
            <a:ext cx="2743200" cy="1860925"/>
          </a:xfrm>
          <a:prstGeom prst="roundRect">
            <a:avLst/>
          </a:prstGeom>
          <a:noFill/>
          <a:ln>
            <a:solidFill>
              <a:srgbClr val="103F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Abgerundetes Rechteck 39">
            <a:extLst>
              <a:ext uri="{FF2B5EF4-FFF2-40B4-BE49-F238E27FC236}">
                <a16:creationId xmlns:a16="http://schemas.microsoft.com/office/drawing/2014/main" id="{AEF90907-C705-584D-B6AD-490F3E57FC21}"/>
              </a:ext>
            </a:extLst>
          </p:cNvPr>
          <p:cNvSpPr/>
          <p:nvPr/>
        </p:nvSpPr>
        <p:spPr>
          <a:xfrm>
            <a:off x="4724400" y="1720475"/>
            <a:ext cx="2743200" cy="1860925"/>
          </a:xfrm>
          <a:prstGeom prst="roundRect">
            <a:avLst/>
          </a:prstGeom>
          <a:noFill/>
          <a:ln>
            <a:solidFill>
              <a:srgbClr val="103F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Abgerundetes Rechteck 40">
            <a:extLst>
              <a:ext uri="{FF2B5EF4-FFF2-40B4-BE49-F238E27FC236}">
                <a16:creationId xmlns:a16="http://schemas.microsoft.com/office/drawing/2014/main" id="{8553F25D-19AF-B643-B997-74D2679460FE}"/>
              </a:ext>
            </a:extLst>
          </p:cNvPr>
          <p:cNvSpPr/>
          <p:nvPr/>
        </p:nvSpPr>
        <p:spPr>
          <a:xfrm>
            <a:off x="8763000" y="1676400"/>
            <a:ext cx="2743200" cy="1860925"/>
          </a:xfrm>
          <a:prstGeom prst="roundRect">
            <a:avLst/>
          </a:prstGeom>
          <a:noFill/>
          <a:ln>
            <a:solidFill>
              <a:srgbClr val="103F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Pfeil nach rechts 41">
            <a:extLst>
              <a:ext uri="{FF2B5EF4-FFF2-40B4-BE49-F238E27FC236}">
                <a16:creationId xmlns:a16="http://schemas.microsoft.com/office/drawing/2014/main" id="{8DBF3D19-0308-564D-BBF9-223E972E2798}"/>
              </a:ext>
            </a:extLst>
          </p:cNvPr>
          <p:cNvSpPr/>
          <p:nvPr/>
        </p:nvSpPr>
        <p:spPr>
          <a:xfrm>
            <a:off x="7696200" y="2176407"/>
            <a:ext cx="914400" cy="871593"/>
          </a:xfrm>
          <a:prstGeom prst="rightArrow">
            <a:avLst/>
          </a:prstGeom>
          <a:solidFill>
            <a:srgbClr val="0C3F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0633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BDE1E0-A9F7-D069-E306-9A6922DB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DC480-48EE-4C4C-9610-5A765BBD4404}" type="datetime1">
              <a:rPr lang="en-GB" smtClean="0"/>
              <a:t>04/10/2026</a:t>
            </a:fld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C99E1E-111F-88ED-C5C0-6A47829C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B6E89C0-83F8-194C-9D08-7A52083FF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00" y="244800"/>
            <a:ext cx="11650662" cy="625944"/>
          </a:xfrm>
        </p:spPr>
        <p:txBody>
          <a:bodyPr/>
          <a:lstStyle/>
          <a:p>
            <a:r>
              <a:rPr lang="de-DE" sz="360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&amp; Innovation</a:t>
            </a:r>
            <a:br>
              <a:rPr lang="de-DE" sz="360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3600" dirty="0">
              <a:solidFill>
                <a:srgbClr val="0D40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C1200233-EE20-8748-922E-C578F094A785}"/>
              </a:ext>
            </a:extLst>
          </p:cNvPr>
          <p:cNvCxnSpPr>
            <a:cxnSpLocks/>
          </p:cNvCxnSpPr>
          <p:nvPr/>
        </p:nvCxnSpPr>
        <p:spPr>
          <a:xfrm>
            <a:off x="273600" y="861371"/>
            <a:ext cx="11648525" cy="9373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4C609899-5165-BF4D-B2B0-F3294825EE6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75" b="19173"/>
          <a:stretch/>
        </p:blipFill>
        <p:spPr>
          <a:xfrm>
            <a:off x="288362" y="870744"/>
            <a:ext cx="11634832" cy="537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88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BDE1E0-A9F7-D069-E306-9A6922DB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DC480-48EE-4C4C-9610-5A765BBD4404}" type="datetime1">
              <a:rPr lang="en-GB" smtClean="0"/>
              <a:t>04/10/2026</a:t>
            </a:fld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C99E1E-111F-88ED-C5C0-6A47829C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B6E89C0-83F8-194C-9D08-7A52083FF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00" y="244800"/>
            <a:ext cx="11650662" cy="625944"/>
          </a:xfrm>
        </p:spPr>
        <p:txBody>
          <a:bodyPr/>
          <a:lstStyle/>
          <a:p>
            <a:r>
              <a:rPr lang="de-DE" sz="3600" dirty="0" err="1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Sustainability</a:t>
            </a:r>
            <a:r>
              <a:rPr lang="de-DE" sz="360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Research Efficiency</a:t>
            </a:r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C1200233-EE20-8748-922E-C578F094A785}"/>
              </a:ext>
            </a:extLst>
          </p:cNvPr>
          <p:cNvCxnSpPr>
            <a:cxnSpLocks/>
          </p:cNvCxnSpPr>
          <p:nvPr/>
        </p:nvCxnSpPr>
        <p:spPr>
          <a:xfrm>
            <a:off x="273600" y="861371"/>
            <a:ext cx="11648525" cy="9373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7DB54841-3532-A14A-AF43-604104BC2A57}"/>
              </a:ext>
            </a:extLst>
          </p:cNvPr>
          <p:cNvSpPr txBox="1"/>
          <p:nvPr/>
        </p:nvSpPr>
        <p:spPr>
          <a:xfrm>
            <a:off x="287455" y="2057400"/>
            <a:ext cx="11202748" cy="25337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24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Simplify</a:t>
            </a:r>
            <a:r>
              <a:rPr lang="de-DE" sz="24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24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maintenance</a:t>
            </a:r>
            <a:r>
              <a:rPr lang="de-DE" sz="24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journey</a:t>
            </a:r>
            <a:r>
              <a:rPr lang="de-DE" sz="24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2400" b="1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24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</a:t>
            </a:r>
            <a:r>
              <a:rPr lang="de-DE" sz="24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printed</a:t>
            </a:r>
            <a:r>
              <a:rPr lang="de-DE" sz="24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documentation</a:t>
            </a:r>
            <a:endParaRPr lang="de-DE" sz="2400" b="1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2400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Easier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updates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centralised</a:t>
            </a:r>
            <a:r>
              <a:rPr lang="de-DE" sz="24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digital </a:t>
            </a:r>
            <a:r>
              <a:rPr lang="de-DE" sz="24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endParaRPr lang="de-DE" sz="2400" b="1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2400" b="1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24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Reusable</a:t>
            </a:r>
            <a:r>
              <a:rPr lang="de-DE" sz="24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framework</a:t>
            </a:r>
            <a:r>
              <a:rPr lang="de-DE" sz="24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Socorex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portfolio</a:t>
            </a:r>
            <a:endParaRPr lang="de-DE" sz="2400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228B9F5-2222-9149-9E9E-AF4A7DE7B6A3}"/>
              </a:ext>
            </a:extLst>
          </p:cNvPr>
          <p:cNvSpPr txBox="1"/>
          <p:nvPr/>
        </p:nvSpPr>
        <p:spPr>
          <a:xfrm>
            <a:off x="269875" y="1035433"/>
            <a:ext cx="8016938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Instruments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designed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last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last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maintained</a:t>
            </a:r>
            <a:endParaRPr lang="de-DE" sz="2400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907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BDE1E0-A9F7-D069-E306-9A6922DB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DC480-48EE-4C4C-9610-5A765BBD4404}" type="datetime1">
              <a:rPr lang="en-GB" smtClean="0"/>
              <a:t>04/10/2026</a:t>
            </a:fld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C99E1E-111F-88ED-C5C0-6A47829C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B6E89C0-83F8-194C-9D08-7A52083FF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00" y="244800"/>
            <a:ext cx="11650662" cy="625944"/>
          </a:xfrm>
        </p:spPr>
        <p:txBody>
          <a:bodyPr/>
          <a:lstStyle/>
          <a:p>
            <a:r>
              <a:rPr lang="de-DE" sz="360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 &amp; Next </a:t>
            </a:r>
            <a:r>
              <a:rPr lang="de-DE" sz="3600" dirty="0" err="1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Steps</a:t>
            </a:r>
            <a:endParaRPr lang="de-DE" sz="3600" dirty="0">
              <a:solidFill>
                <a:srgbClr val="0D40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C1200233-EE20-8748-922E-C578F094A785}"/>
              </a:ext>
            </a:extLst>
          </p:cNvPr>
          <p:cNvCxnSpPr>
            <a:cxnSpLocks/>
          </p:cNvCxnSpPr>
          <p:nvPr/>
        </p:nvCxnSpPr>
        <p:spPr>
          <a:xfrm>
            <a:off x="273600" y="861371"/>
            <a:ext cx="11648525" cy="9373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7ECE4F81-9610-A647-A70F-D012E7B39750}"/>
              </a:ext>
            </a:extLst>
          </p:cNvPr>
          <p:cNvSpPr txBox="1"/>
          <p:nvPr/>
        </p:nvSpPr>
        <p:spPr>
          <a:xfrm>
            <a:off x="273600" y="1066800"/>
            <a:ext cx="11648524" cy="5188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important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step:</a:t>
            </a:r>
          </a:p>
          <a:p>
            <a:endParaRPr lang="de-DE" sz="2400" b="1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review by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Socorex</a:t>
            </a:r>
            <a:endParaRPr lang="de-DE" sz="2400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2400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feedback from novices and technicians</a:t>
            </a:r>
            <a:endParaRPr lang="de-DE" sz="2400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mobile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QR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codes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portfolio</a:t>
            </a:r>
            <a:endParaRPr lang="de-DE" sz="2400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Enable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easy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updates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form-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editor</a:t>
            </a:r>
            <a:r>
              <a:rPr lang="de-DE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live </a:t>
            </a:r>
            <a:r>
              <a:rPr lang="de-DE" sz="2400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preview</a:t>
            </a:r>
            <a:r>
              <a:rPr lang="en-US" sz="2400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de-DE" sz="2400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b="1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b="1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b="1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4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90291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BDE1E0-A9F7-D069-E306-9A6922DB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DC480-48EE-4C4C-9610-5A765BBD4404}" type="datetime1">
              <a:rPr lang="en-GB" smtClean="0"/>
              <a:t>04/10/2026</a:t>
            </a:fld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C99E1E-111F-88ED-C5C0-6A47829C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B6E89C0-83F8-194C-9D08-7A52083FF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00" y="244800"/>
            <a:ext cx="11650662" cy="625944"/>
          </a:xfrm>
        </p:spPr>
        <p:txBody>
          <a:bodyPr/>
          <a:lstStyle/>
          <a:p>
            <a:r>
              <a:rPr lang="de-DE" sz="3600" dirty="0">
                <a:solidFill>
                  <a:srgbClr val="0D40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Q&amp;A </a:t>
            </a:r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C1200233-EE20-8748-922E-C578F094A785}"/>
              </a:ext>
            </a:extLst>
          </p:cNvPr>
          <p:cNvCxnSpPr>
            <a:cxnSpLocks/>
          </p:cNvCxnSpPr>
          <p:nvPr/>
        </p:nvCxnSpPr>
        <p:spPr>
          <a:xfrm>
            <a:off x="273600" y="861371"/>
            <a:ext cx="11648525" cy="9373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7ECE4F81-9610-A647-A70F-D012E7B39750}"/>
              </a:ext>
            </a:extLst>
          </p:cNvPr>
          <p:cNvSpPr txBox="1"/>
          <p:nvPr/>
        </p:nvSpPr>
        <p:spPr>
          <a:xfrm>
            <a:off x="273600" y="1066800"/>
            <a:ext cx="11648524" cy="68767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de-DE" sz="2400" b="1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sure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safety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right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step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quotes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closely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follows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official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shows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its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Nothing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goes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live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review by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Socorex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step.</a:t>
            </a:r>
          </a:p>
          <a:p>
            <a:endParaRPr lang="de-DE" b="1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not just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videos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Videos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embedded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But at the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bench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something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gloves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on, in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a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cannot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parts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tap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decide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on.</a:t>
            </a:r>
          </a:p>
          <a:p>
            <a:endParaRPr lang="de-DE" b="1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instrument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 change.</a:t>
            </a:r>
          </a:p>
          <a:p>
            <a:endParaRPr lang="de-DE" b="1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Who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decides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themselves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Socorex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labels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come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straight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maintenance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calibration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dealer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unclear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flagged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 as a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instead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guessing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de-DE" b="1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 and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privacy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Optional and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anonymous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Only a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the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 was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de-DE" b="1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evidence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have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reviewed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multiple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gaps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have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tests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yet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would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time to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tasks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finished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unaided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requests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avoided</a:t>
            </a:r>
            <a:r>
              <a:rPr lang="de-DE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de-DE" b="1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b="1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licence</a:t>
            </a:r>
            <a:r>
              <a:rPr lang="de-DE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en-US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 for everything. Excerpts and figures from the </a:t>
            </a:r>
            <a:r>
              <a:rPr lang="en-US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Socorex</a:t>
            </a:r>
            <a:r>
              <a:rPr lang="en-US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operating instructions, and the </a:t>
            </a:r>
            <a:r>
              <a:rPr lang="en-US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Socorex</a:t>
            </a:r>
            <a:r>
              <a:rPr lang="en-US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videos, remain the property of </a:t>
            </a:r>
            <a:r>
              <a:rPr lang="en-US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Socorex</a:t>
            </a:r>
            <a:r>
              <a:rPr lang="en-US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are not covered by this </a:t>
            </a:r>
            <a:r>
              <a:rPr lang="en-US" dirty="0" err="1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licence</a:t>
            </a:r>
            <a:r>
              <a:rPr lang="en-US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de-DE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b="1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b="1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b="1" dirty="0">
              <a:solidFill>
                <a:srgbClr val="0C3F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400" b="1" dirty="0">
                <a:solidFill>
                  <a:srgbClr val="0C3F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4598029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jc-presentation-en" id="{32EA6137-A87D-1C48-B06E-A5B6F8138E1E}" vid="{1C4B4B66-4FB9-E741-B9F1-686BC6F256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24777f-78b6-4f3c-a73a-d5fa08e4d537" xsi:nil="true"/>
    <lcf76f155ced4ddcb4097134ff3c332f xmlns="c9077d15-72ed-4fec-bcfe-3472729e919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594130A2AF244FBF3F304D904ED593" ma:contentTypeVersion="18" ma:contentTypeDescription="Ein neues Dokument erstellen." ma:contentTypeScope="" ma:versionID="9c227ad3ab8d826471e210bb857ebfda">
  <xsd:schema xmlns:xsd="http://www.w3.org/2001/XMLSchema" xmlns:xs="http://www.w3.org/2001/XMLSchema" xmlns:p="http://schemas.microsoft.com/office/2006/metadata/properties" xmlns:ns2="c9077d15-72ed-4fec-bcfe-3472729e9195" xmlns:ns3="bc24777f-78b6-4f3c-a73a-d5fa08e4d537" targetNamespace="http://schemas.microsoft.com/office/2006/metadata/properties" ma:root="true" ma:fieldsID="2a0acd45fe6cc66a06723547185abeb0" ns2:_="" ns3:_="">
    <xsd:import namespace="c9077d15-72ed-4fec-bcfe-3472729e9195"/>
    <xsd:import namespace="bc24777f-78b6-4f3c-a73a-d5fa08e4d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77d15-72ed-4fec-bcfe-3472729e9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7fbe3b91-0d7a-4fca-85de-75d49bc052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777f-78b6-4f3c-a73a-d5fa08e4d53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23888c3-3691-4ee2-9093-74875a1c94d8}" ma:internalName="TaxCatchAll" ma:showField="CatchAllData" ma:web="bc24777f-78b6-4f3c-a73a-d5fa08e4d5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26B806-0237-4942-A1FD-5C97285908C2}">
  <ds:schemaRefs>
    <ds:schemaRef ds:uri="http://www.w3.org/XML/1998/namespace"/>
    <ds:schemaRef ds:uri="c9077d15-72ed-4fec-bcfe-3472729e9195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bc24777f-78b6-4f3c-a73a-d5fa08e4d537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B8C4983-C2B9-40A5-988A-6394CBDA5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77d15-72ed-4fec-bcfe-3472729e9195"/>
    <ds:schemaRef ds:uri="bc24777f-78b6-4f3c-a73a-d5fa08e4d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jc-presentation-en</Template>
  <TotalTime>19</TotalTime>
  <Words>741</Words>
  <Application>Microsoft Office PowerPoint</Application>
  <PresentationFormat>Widescreen</PresentationFormat>
  <Paragraphs>139</Paragraphs>
  <Slides>10</Slides>
  <Notes>10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Source Sans Pro</vt:lpstr>
      <vt:lpstr>Source Sans Pro SemiBold</vt:lpstr>
      <vt:lpstr>Benutzerdefiniertes Design</vt:lpstr>
      <vt:lpstr>PowerPoint Presentation</vt:lpstr>
      <vt:lpstr>Table of Contents </vt:lpstr>
      <vt:lpstr>Problem Understanding &amp; Relevance</vt:lpstr>
      <vt:lpstr>Problem Understanding &amp; Relevance</vt:lpstr>
      <vt:lpstr>Problem Understanding &amp; Relevance</vt:lpstr>
      <vt:lpstr>Solution &amp; Innovation </vt:lpstr>
      <vt:lpstr>Solution &amp; Innovation </vt:lpstr>
      <vt:lpstr>Sustainability &amp; Research Efficiency</vt:lpstr>
      <vt:lpstr>Limitation &amp; Next Steps</vt:lpstr>
      <vt:lpstr>Q&amp;A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Sofia Scatolin</dc:creator>
  <cp:keywords/>
  <dc:description>erstellt durch Vorlagenbauer.ch</dc:description>
  <cp:lastModifiedBy>Andrey</cp:lastModifiedBy>
  <cp:revision>587</cp:revision>
  <cp:lastPrinted>2026-07-24T10:07:02Z</cp:lastPrinted>
  <dcterms:created xsi:type="dcterms:W3CDTF">2025-03-01T07:19:10Z</dcterms:created>
  <dcterms:modified xsi:type="dcterms:W3CDTF">2026-10-04T12:18:26Z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0x0101000E594130A2AF244FBF3F304D904ED593</vt:lpwstr>
  </property>
  <property fmtid="{D5CDD505-2E9C-101B-9397-08002B2CF9AE}" pid="3" name="MediaServiceImageTags">
    <vt:lpwstr/>
  </property>
</Properties>
</file>